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sldIdLst>
    <p:sldId id="539" r:id="rId5"/>
    <p:sldId id="553" r:id="rId6"/>
    <p:sldId id="547" r:id="rId7"/>
    <p:sldId id="257" r:id="rId8"/>
    <p:sldId id="256" r:id="rId9"/>
    <p:sldId id="554" r:id="rId10"/>
    <p:sldId id="560" r:id="rId11"/>
    <p:sldId id="561" r:id="rId12"/>
    <p:sldId id="562" r:id="rId13"/>
    <p:sldId id="543" r:id="rId14"/>
    <p:sldId id="557" r:id="rId15"/>
    <p:sldId id="558" r:id="rId16"/>
    <p:sldId id="559" r:id="rId17"/>
    <p:sldId id="555" r:id="rId18"/>
    <p:sldId id="540" r:id="rId19"/>
    <p:sldId id="54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04" autoAdjust="0"/>
    <p:restoredTop sz="93725" autoAdjust="0"/>
  </p:normalViewPr>
  <p:slideViewPr>
    <p:cSldViewPr snapToGrid="0">
      <p:cViewPr>
        <p:scale>
          <a:sx n="83" d="100"/>
          <a:sy n="83" d="100"/>
        </p:scale>
        <p:origin x="864" y="389"/>
      </p:cViewPr>
      <p:guideLst>
        <p:guide orient="horz" pos="2160"/>
        <p:guide pos="3840"/>
      </p:guideLst>
    </p:cSldViewPr>
  </p:slideViewPr>
  <p:outlineViewPr>
    <p:cViewPr>
      <p:scale>
        <a:sx n="33" d="100"/>
        <a:sy n="33" d="100"/>
      </p:scale>
      <p:origin x="0" y="-144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A0EA84-0AF0-4605-869C-71C98AE3D91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96F46D9C-41D5-4781-A179-ADE749F91939}">
      <dgm:prSet/>
      <dgm:spPr/>
      <dgm:t>
        <a:bodyPr/>
        <a:lstStyle/>
        <a:p>
          <a:r>
            <a:rPr lang="en-US" dirty="0"/>
            <a:t>Chart of date set</a:t>
          </a:r>
        </a:p>
      </dgm:t>
    </dgm:pt>
    <dgm:pt modelId="{D023970B-9ED2-4AB9-9D6D-97D8CEEB7B25}" type="parTrans" cxnId="{089969E7-6EE4-40BC-83D8-7796AA10907C}">
      <dgm:prSet/>
      <dgm:spPr/>
      <dgm:t>
        <a:bodyPr/>
        <a:lstStyle/>
        <a:p>
          <a:endParaRPr lang="en-US"/>
        </a:p>
      </dgm:t>
    </dgm:pt>
    <dgm:pt modelId="{91ADD14E-A6A6-4107-8ED8-EE7494922742}" type="sibTrans" cxnId="{089969E7-6EE4-40BC-83D8-7796AA10907C}">
      <dgm:prSet/>
      <dgm:spPr/>
      <dgm:t>
        <a:bodyPr/>
        <a:lstStyle/>
        <a:p>
          <a:endParaRPr lang="en-US"/>
        </a:p>
      </dgm:t>
    </dgm:pt>
    <dgm:pt modelId="{7A1C799C-5CF9-4981-A4C7-700FD41D0DEF}">
      <dgm:prSet/>
      <dgm:spPr/>
      <dgm:t>
        <a:bodyPr/>
        <a:lstStyle/>
        <a:p>
          <a:r>
            <a:rPr lang="en-US" dirty="0"/>
            <a:t>Table of date set</a:t>
          </a:r>
        </a:p>
      </dgm:t>
    </dgm:pt>
    <dgm:pt modelId="{BCD12FBA-DC6F-49C3-9884-125B275410E0}" type="parTrans" cxnId="{149E59AE-29CA-482C-A55C-ADB0F2DF57E6}">
      <dgm:prSet/>
      <dgm:spPr/>
      <dgm:t>
        <a:bodyPr/>
        <a:lstStyle/>
        <a:p>
          <a:endParaRPr lang="en-US"/>
        </a:p>
      </dgm:t>
    </dgm:pt>
    <dgm:pt modelId="{14ED0BB8-2C85-4171-A9A8-A0290DEC000D}" type="sibTrans" cxnId="{149E59AE-29CA-482C-A55C-ADB0F2DF57E6}">
      <dgm:prSet/>
      <dgm:spPr/>
      <dgm:t>
        <a:bodyPr/>
        <a:lstStyle/>
        <a:p>
          <a:endParaRPr lang="en-US"/>
        </a:p>
      </dgm:t>
    </dgm:pt>
    <dgm:pt modelId="{92D395C2-2C57-45A5-84C8-3AD628FAA592}">
      <dgm:prSet/>
      <dgm:spPr/>
      <dgm:t>
        <a:bodyPr/>
        <a:lstStyle/>
        <a:p>
          <a:r>
            <a:rPr lang="en-US" dirty="0"/>
            <a:t>introduction</a:t>
          </a:r>
        </a:p>
      </dgm:t>
    </dgm:pt>
    <dgm:pt modelId="{0595EF9A-0905-4AF5-B7F6-64501D7B510C}" type="sibTrans" cxnId="{51547544-590F-4F43-A3F4-C9D5C87A3EBF}">
      <dgm:prSet/>
      <dgm:spPr/>
      <dgm:t>
        <a:bodyPr/>
        <a:lstStyle/>
        <a:p>
          <a:endParaRPr lang="en-US"/>
        </a:p>
      </dgm:t>
    </dgm:pt>
    <dgm:pt modelId="{B4B52CB5-8BEE-4EEC-91D8-A41496F59887}" type="parTrans" cxnId="{51547544-590F-4F43-A3F4-C9D5C87A3EBF}">
      <dgm:prSet/>
      <dgm:spPr/>
      <dgm:t>
        <a:bodyPr/>
        <a:lstStyle/>
        <a:p>
          <a:endParaRPr lang="en-US"/>
        </a:p>
      </dgm:t>
    </dgm:pt>
    <dgm:pt modelId="{031D1130-5395-4F66-B51B-4173C17785AC}">
      <dgm:prSet/>
      <dgm:spPr/>
      <dgm:t>
        <a:bodyPr/>
        <a:lstStyle/>
        <a:p>
          <a:r>
            <a:rPr lang="en-US" dirty="0"/>
            <a:t>Name and id of team</a:t>
          </a:r>
        </a:p>
      </dgm:t>
    </dgm:pt>
    <dgm:pt modelId="{57F20C35-9BDB-4A3E-B705-4F4B426FA3FD}" type="sibTrans" cxnId="{D2045615-DD26-4E3D-B776-AEA2898811B4}">
      <dgm:prSet/>
      <dgm:spPr/>
      <dgm:t>
        <a:bodyPr/>
        <a:lstStyle/>
        <a:p>
          <a:endParaRPr lang="en-US"/>
        </a:p>
      </dgm:t>
    </dgm:pt>
    <dgm:pt modelId="{CE0B58A6-CBFB-4EC8-93EE-E267BAE82B90}" type="parTrans" cxnId="{D2045615-DD26-4E3D-B776-AEA2898811B4}">
      <dgm:prSet/>
      <dgm:spPr/>
      <dgm:t>
        <a:bodyPr/>
        <a:lstStyle/>
        <a:p>
          <a:endParaRPr lang="en-US"/>
        </a:p>
      </dgm:t>
    </dgm:pt>
    <dgm:pt modelId="{B0CFC6AE-30AD-452B-A801-EBAEAD99E2AB}">
      <dgm:prSet/>
      <dgm:spPr/>
      <dgm:t>
        <a:bodyPr/>
        <a:lstStyle/>
        <a:p>
          <a:r>
            <a:rPr lang="en-US" dirty="0"/>
            <a:t>Content</a:t>
          </a:r>
        </a:p>
      </dgm:t>
    </dgm:pt>
    <dgm:pt modelId="{2CF84123-A66F-47C5-B083-2A93CAEB0D21}" type="sibTrans" cxnId="{49CB37F6-4290-423E-AAD1-80B47EAA6D9E}">
      <dgm:prSet/>
      <dgm:spPr/>
      <dgm:t>
        <a:bodyPr/>
        <a:lstStyle/>
        <a:p>
          <a:endParaRPr lang="en-US"/>
        </a:p>
      </dgm:t>
    </dgm:pt>
    <dgm:pt modelId="{3B16C558-C882-4B9E-B768-91FFE48092A2}" type="parTrans" cxnId="{49CB37F6-4290-423E-AAD1-80B47EAA6D9E}">
      <dgm:prSet/>
      <dgm:spPr/>
      <dgm:t>
        <a:bodyPr/>
        <a:lstStyle/>
        <a:p>
          <a:endParaRPr lang="en-US"/>
        </a:p>
      </dgm:t>
    </dgm:pt>
    <dgm:pt modelId="{A5F0FAC7-03AE-42DC-917D-4E2D76D5AD8D}">
      <dgm:prSet/>
      <dgm:spPr/>
      <dgm:t>
        <a:bodyPr/>
        <a:lstStyle/>
        <a:p>
          <a:r>
            <a:rPr lang="en-US" dirty="0"/>
            <a:t>summery</a:t>
          </a:r>
        </a:p>
      </dgm:t>
    </dgm:pt>
    <dgm:pt modelId="{F39864BF-B932-4980-8B3B-917D60A86CF7}" type="parTrans" cxnId="{DF606666-583F-4594-8E7C-EC9494E86860}">
      <dgm:prSet/>
      <dgm:spPr/>
      <dgm:t>
        <a:bodyPr/>
        <a:lstStyle/>
        <a:p>
          <a:endParaRPr lang="en-US"/>
        </a:p>
      </dgm:t>
    </dgm:pt>
    <dgm:pt modelId="{D73C93AF-EA58-4B02-8FF5-BA765CFB27B4}" type="sibTrans" cxnId="{DF606666-583F-4594-8E7C-EC9494E86860}">
      <dgm:prSet/>
      <dgm:spPr/>
      <dgm:t>
        <a:bodyPr/>
        <a:lstStyle/>
        <a:p>
          <a:endParaRPr lang="en-US"/>
        </a:p>
      </dgm:t>
    </dgm:pt>
    <dgm:pt modelId="{D08FBA46-5D3A-4BCB-9D58-68CCAFCEFC8D}" type="pres">
      <dgm:prSet presAssocID="{B2A0EA84-0AF0-4605-869C-71C98AE3D918}" presName="linear" presStyleCnt="0">
        <dgm:presLayoutVars>
          <dgm:dir/>
          <dgm:animLvl val="lvl"/>
          <dgm:resizeHandles val="exact"/>
        </dgm:presLayoutVars>
      </dgm:prSet>
      <dgm:spPr/>
    </dgm:pt>
    <dgm:pt modelId="{339D26FE-5852-4EB8-81A1-3948205DEF4C}" type="pres">
      <dgm:prSet presAssocID="{92D395C2-2C57-45A5-84C8-3AD628FAA592}" presName="parentLin" presStyleCnt="0"/>
      <dgm:spPr/>
    </dgm:pt>
    <dgm:pt modelId="{721EF73A-ACE0-4A15-A0EA-2270902B7C0F}" type="pres">
      <dgm:prSet presAssocID="{92D395C2-2C57-45A5-84C8-3AD628FAA592}" presName="parentLeftMargin" presStyleLbl="node1" presStyleIdx="0" presStyleCnt="6"/>
      <dgm:spPr/>
    </dgm:pt>
    <dgm:pt modelId="{F4393B7C-D2CA-4D91-BF36-6B1467AC6BBD}" type="pres">
      <dgm:prSet presAssocID="{92D395C2-2C57-45A5-84C8-3AD628FAA592}" presName="parentText" presStyleLbl="node1" presStyleIdx="0" presStyleCnt="6">
        <dgm:presLayoutVars>
          <dgm:chMax val="0"/>
          <dgm:bulletEnabled val="1"/>
        </dgm:presLayoutVars>
      </dgm:prSet>
      <dgm:spPr/>
    </dgm:pt>
    <dgm:pt modelId="{119143D8-42D9-4C06-B8EC-43A5B1225A0C}" type="pres">
      <dgm:prSet presAssocID="{92D395C2-2C57-45A5-84C8-3AD628FAA592}" presName="negativeSpace" presStyleCnt="0"/>
      <dgm:spPr/>
    </dgm:pt>
    <dgm:pt modelId="{BA0ED6C2-B9DF-4EFF-8D41-11A6283EAD1A}" type="pres">
      <dgm:prSet presAssocID="{92D395C2-2C57-45A5-84C8-3AD628FAA592}" presName="childText" presStyleLbl="conFgAcc1" presStyleIdx="0" presStyleCnt="6">
        <dgm:presLayoutVars>
          <dgm:bulletEnabled val="1"/>
        </dgm:presLayoutVars>
      </dgm:prSet>
      <dgm:spPr/>
    </dgm:pt>
    <dgm:pt modelId="{2EA547D5-52B8-4F7C-B445-6B6878923694}" type="pres">
      <dgm:prSet presAssocID="{0595EF9A-0905-4AF5-B7F6-64501D7B510C}" presName="spaceBetweenRectangles" presStyleCnt="0"/>
      <dgm:spPr/>
    </dgm:pt>
    <dgm:pt modelId="{6B4307B5-22A8-4E6C-B0C3-A0D5BB1344B2}" type="pres">
      <dgm:prSet presAssocID="{96F46D9C-41D5-4781-A179-ADE749F91939}" presName="parentLin" presStyleCnt="0"/>
      <dgm:spPr/>
    </dgm:pt>
    <dgm:pt modelId="{54D6E1AC-3A0C-4733-8600-E22B287C664D}" type="pres">
      <dgm:prSet presAssocID="{96F46D9C-41D5-4781-A179-ADE749F91939}" presName="parentLeftMargin" presStyleLbl="node1" presStyleIdx="0" presStyleCnt="6"/>
      <dgm:spPr/>
    </dgm:pt>
    <dgm:pt modelId="{59FBEB51-A6D1-4712-94F3-FA257C42F08B}" type="pres">
      <dgm:prSet presAssocID="{96F46D9C-41D5-4781-A179-ADE749F91939}" presName="parentText" presStyleLbl="node1" presStyleIdx="1" presStyleCnt="6">
        <dgm:presLayoutVars>
          <dgm:chMax val="0"/>
          <dgm:bulletEnabled val="1"/>
        </dgm:presLayoutVars>
      </dgm:prSet>
      <dgm:spPr/>
    </dgm:pt>
    <dgm:pt modelId="{FE2C524F-9794-4A66-BBE9-B7B58AE60352}" type="pres">
      <dgm:prSet presAssocID="{96F46D9C-41D5-4781-A179-ADE749F91939}" presName="negativeSpace" presStyleCnt="0"/>
      <dgm:spPr/>
    </dgm:pt>
    <dgm:pt modelId="{CFFA1643-C17E-4457-9F46-64F23EF624E0}" type="pres">
      <dgm:prSet presAssocID="{96F46D9C-41D5-4781-A179-ADE749F91939}" presName="childText" presStyleLbl="conFgAcc1" presStyleIdx="1" presStyleCnt="6">
        <dgm:presLayoutVars>
          <dgm:bulletEnabled val="1"/>
        </dgm:presLayoutVars>
      </dgm:prSet>
      <dgm:spPr/>
    </dgm:pt>
    <dgm:pt modelId="{6C2688CE-28A0-4F65-841B-1672D4802D1B}" type="pres">
      <dgm:prSet presAssocID="{91ADD14E-A6A6-4107-8ED8-EE7494922742}" presName="spaceBetweenRectangles" presStyleCnt="0"/>
      <dgm:spPr/>
    </dgm:pt>
    <dgm:pt modelId="{E6A6D199-F085-433D-BD0A-77B2DFCBF6BF}" type="pres">
      <dgm:prSet presAssocID="{7A1C799C-5CF9-4981-A4C7-700FD41D0DEF}" presName="parentLin" presStyleCnt="0"/>
      <dgm:spPr/>
    </dgm:pt>
    <dgm:pt modelId="{ADE63153-52BC-4BBD-A953-761A19253244}" type="pres">
      <dgm:prSet presAssocID="{7A1C799C-5CF9-4981-A4C7-700FD41D0DEF}" presName="parentLeftMargin" presStyleLbl="node1" presStyleIdx="1" presStyleCnt="6"/>
      <dgm:spPr/>
    </dgm:pt>
    <dgm:pt modelId="{4E7DECE8-7DB0-481D-A404-D951773D1AD5}" type="pres">
      <dgm:prSet presAssocID="{7A1C799C-5CF9-4981-A4C7-700FD41D0DEF}" presName="parentText" presStyleLbl="node1" presStyleIdx="2" presStyleCnt="6">
        <dgm:presLayoutVars>
          <dgm:chMax val="0"/>
          <dgm:bulletEnabled val="1"/>
        </dgm:presLayoutVars>
      </dgm:prSet>
      <dgm:spPr/>
    </dgm:pt>
    <dgm:pt modelId="{28E5B654-8BDF-46D0-A139-02CB5C5DC9DC}" type="pres">
      <dgm:prSet presAssocID="{7A1C799C-5CF9-4981-A4C7-700FD41D0DEF}" presName="negativeSpace" presStyleCnt="0"/>
      <dgm:spPr/>
    </dgm:pt>
    <dgm:pt modelId="{9A9C43EE-4554-43D5-973A-FFCEC30631FB}" type="pres">
      <dgm:prSet presAssocID="{7A1C799C-5CF9-4981-A4C7-700FD41D0DEF}" presName="childText" presStyleLbl="conFgAcc1" presStyleIdx="2" presStyleCnt="6">
        <dgm:presLayoutVars>
          <dgm:bulletEnabled val="1"/>
        </dgm:presLayoutVars>
      </dgm:prSet>
      <dgm:spPr/>
    </dgm:pt>
    <dgm:pt modelId="{40F0AFCF-FB0A-4F85-AF9C-28086C310A6E}" type="pres">
      <dgm:prSet presAssocID="{14ED0BB8-2C85-4171-A9A8-A0290DEC000D}" presName="spaceBetweenRectangles" presStyleCnt="0"/>
      <dgm:spPr/>
    </dgm:pt>
    <dgm:pt modelId="{26ED38C2-5ED8-4740-940B-D1C44138BDB3}" type="pres">
      <dgm:prSet presAssocID="{031D1130-5395-4F66-B51B-4173C17785AC}" presName="parentLin" presStyleCnt="0"/>
      <dgm:spPr/>
    </dgm:pt>
    <dgm:pt modelId="{BDBC1B64-A927-453F-BF48-F18235091ACF}" type="pres">
      <dgm:prSet presAssocID="{031D1130-5395-4F66-B51B-4173C17785AC}" presName="parentLeftMargin" presStyleLbl="node1" presStyleIdx="2" presStyleCnt="6"/>
      <dgm:spPr/>
    </dgm:pt>
    <dgm:pt modelId="{86ADC2DB-431C-41F2-AA07-CC6B0BE5FEBF}" type="pres">
      <dgm:prSet presAssocID="{031D1130-5395-4F66-B51B-4173C17785AC}" presName="parentText" presStyleLbl="node1" presStyleIdx="3" presStyleCnt="6">
        <dgm:presLayoutVars>
          <dgm:chMax val="0"/>
          <dgm:bulletEnabled val="1"/>
        </dgm:presLayoutVars>
      </dgm:prSet>
      <dgm:spPr/>
    </dgm:pt>
    <dgm:pt modelId="{33278FD2-4553-4FA2-A13D-CBE4ADF90EF0}" type="pres">
      <dgm:prSet presAssocID="{031D1130-5395-4F66-B51B-4173C17785AC}" presName="negativeSpace" presStyleCnt="0"/>
      <dgm:spPr/>
    </dgm:pt>
    <dgm:pt modelId="{D2231B2C-DEE1-49CF-94F9-1ECC7482F503}" type="pres">
      <dgm:prSet presAssocID="{031D1130-5395-4F66-B51B-4173C17785AC}" presName="childText" presStyleLbl="conFgAcc1" presStyleIdx="3" presStyleCnt="6">
        <dgm:presLayoutVars>
          <dgm:bulletEnabled val="1"/>
        </dgm:presLayoutVars>
      </dgm:prSet>
      <dgm:spPr/>
    </dgm:pt>
    <dgm:pt modelId="{6B69A509-04BB-49D5-8F70-579FDEB69A24}" type="pres">
      <dgm:prSet presAssocID="{57F20C35-9BDB-4A3E-B705-4F4B426FA3FD}" presName="spaceBetweenRectangles" presStyleCnt="0"/>
      <dgm:spPr/>
    </dgm:pt>
    <dgm:pt modelId="{290E9A94-61D2-4F1E-949F-2F14E2F6AED9}" type="pres">
      <dgm:prSet presAssocID="{B0CFC6AE-30AD-452B-A801-EBAEAD99E2AB}" presName="parentLin" presStyleCnt="0"/>
      <dgm:spPr/>
    </dgm:pt>
    <dgm:pt modelId="{A2F6F647-543A-4DC7-BEE8-D0227146A089}" type="pres">
      <dgm:prSet presAssocID="{B0CFC6AE-30AD-452B-A801-EBAEAD99E2AB}" presName="parentLeftMargin" presStyleLbl="node1" presStyleIdx="3" presStyleCnt="6"/>
      <dgm:spPr/>
    </dgm:pt>
    <dgm:pt modelId="{413784C9-63AC-4625-929C-44C2B53AFAC3}" type="pres">
      <dgm:prSet presAssocID="{B0CFC6AE-30AD-452B-A801-EBAEAD99E2AB}" presName="parentText" presStyleLbl="node1" presStyleIdx="4" presStyleCnt="6">
        <dgm:presLayoutVars>
          <dgm:chMax val="0"/>
          <dgm:bulletEnabled val="1"/>
        </dgm:presLayoutVars>
      </dgm:prSet>
      <dgm:spPr/>
    </dgm:pt>
    <dgm:pt modelId="{22392233-2014-42C2-AABA-C6CF5D33ABF0}" type="pres">
      <dgm:prSet presAssocID="{B0CFC6AE-30AD-452B-A801-EBAEAD99E2AB}" presName="negativeSpace" presStyleCnt="0"/>
      <dgm:spPr/>
    </dgm:pt>
    <dgm:pt modelId="{9CCCD3D0-1777-4F3F-B94F-4AA3C35FAEA9}" type="pres">
      <dgm:prSet presAssocID="{B0CFC6AE-30AD-452B-A801-EBAEAD99E2AB}" presName="childText" presStyleLbl="conFgAcc1" presStyleIdx="4" presStyleCnt="6">
        <dgm:presLayoutVars>
          <dgm:bulletEnabled val="1"/>
        </dgm:presLayoutVars>
      </dgm:prSet>
      <dgm:spPr/>
    </dgm:pt>
    <dgm:pt modelId="{795407FE-F938-4CA6-AA20-B6A28416967E}" type="pres">
      <dgm:prSet presAssocID="{2CF84123-A66F-47C5-B083-2A93CAEB0D21}" presName="spaceBetweenRectangles" presStyleCnt="0"/>
      <dgm:spPr/>
    </dgm:pt>
    <dgm:pt modelId="{ACD31B5C-DDC5-4C1D-A0BE-E631C5267E9B}" type="pres">
      <dgm:prSet presAssocID="{A5F0FAC7-03AE-42DC-917D-4E2D76D5AD8D}" presName="parentLin" presStyleCnt="0"/>
      <dgm:spPr/>
    </dgm:pt>
    <dgm:pt modelId="{CFA71BCD-6DE5-4C40-B901-3842CB32173C}" type="pres">
      <dgm:prSet presAssocID="{A5F0FAC7-03AE-42DC-917D-4E2D76D5AD8D}" presName="parentLeftMargin" presStyleLbl="node1" presStyleIdx="4" presStyleCnt="6"/>
      <dgm:spPr/>
    </dgm:pt>
    <dgm:pt modelId="{2C7880C7-9BF6-4739-B535-35520694D113}" type="pres">
      <dgm:prSet presAssocID="{A5F0FAC7-03AE-42DC-917D-4E2D76D5AD8D}" presName="parentText" presStyleLbl="node1" presStyleIdx="5" presStyleCnt="6">
        <dgm:presLayoutVars>
          <dgm:chMax val="0"/>
          <dgm:bulletEnabled val="1"/>
        </dgm:presLayoutVars>
      </dgm:prSet>
      <dgm:spPr/>
    </dgm:pt>
    <dgm:pt modelId="{9A768253-B313-46BC-B493-DE1147313E0B}" type="pres">
      <dgm:prSet presAssocID="{A5F0FAC7-03AE-42DC-917D-4E2D76D5AD8D}" presName="negativeSpace" presStyleCnt="0"/>
      <dgm:spPr/>
    </dgm:pt>
    <dgm:pt modelId="{59ED5049-5938-48C7-8B1C-20FA5600336B}" type="pres">
      <dgm:prSet presAssocID="{A5F0FAC7-03AE-42DC-917D-4E2D76D5AD8D}" presName="childText" presStyleLbl="conFgAcc1" presStyleIdx="5" presStyleCnt="6">
        <dgm:presLayoutVars>
          <dgm:bulletEnabled val="1"/>
        </dgm:presLayoutVars>
      </dgm:prSet>
      <dgm:spPr/>
    </dgm:pt>
  </dgm:ptLst>
  <dgm:cxnLst>
    <dgm:cxn modelId="{F77A7313-AD2B-46C6-A81B-B090A4EA4F78}" type="presOf" srcId="{B2A0EA84-0AF0-4605-869C-71C98AE3D918}" destId="{D08FBA46-5D3A-4BCB-9D58-68CCAFCEFC8D}" srcOrd="0" destOrd="0" presId="urn:microsoft.com/office/officeart/2005/8/layout/list1"/>
    <dgm:cxn modelId="{D2045615-DD26-4E3D-B776-AEA2898811B4}" srcId="{B2A0EA84-0AF0-4605-869C-71C98AE3D918}" destId="{031D1130-5395-4F66-B51B-4173C17785AC}" srcOrd="3" destOrd="0" parTransId="{CE0B58A6-CBFB-4EC8-93EE-E267BAE82B90}" sibTransId="{57F20C35-9BDB-4A3E-B705-4F4B426FA3FD}"/>
    <dgm:cxn modelId="{10381619-454F-4DE7-9B07-866E1D721492}" type="presOf" srcId="{96F46D9C-41D5-4781-A179-ADE749F91939}" destId="{59FBEB51-A6D1-4712-94F3-FA257C42F08B}" srcOrd="1" destOrd="0" presId="urn:microsoft.com/office/officeart/2005/8/layout/list1"/>
    <dgm:cxn modelId="{58DF131E-E582-4089-B72F-6EB174AFE843}" type="presOf" srcId="{A5F0FAC7-03AE-42DC-917D-4E2D76D5AD8D}" destId="{2C7880C7-9BF6-4739-B535-35520694D113}" srcOrd="1" destOrd="0" presId="urn:microsoft.com/office/officeart/2005/8/layout/list1"/>
    <dgm:cxn modelId="{57EDEF40-2DA9-4D7D-9B25-5C130EF31F27}" type="presOf" srcId="{B0CFC6AE-30AD-452B-A801-EBAEAD99E2AB}" destId="{413784C9-63AC-4625-929C-44C2B53AFAC3}" srcOrd="1" destOrd="0" presId="urn:microsoft.com/office/officeart/2005/8/layout/list1"/>
    <dgm:cxn modelId="{D37A1244-3146-4CDD-8EF2-C7A33187F684}" type="presOf" srcId="{7A1C799C-5CF9-4981-A4C7-700FD41D0DEF}" destId="{4E7DECE8-7DB0-481D-A404-D951773D1AD5}" srcOrd="1" destOrd="0" presId="urn:microsoft.com/office/officeart/2005/8/layout/list1"/>
    <dgm:cxn modelId="{51547544-590F-4F43-A3F4-C9D5C87A3EBF}" srcId="{B2A0EA84-0AF0-4605-869C-71C98AE3D918}" destId="{92D395C2-2C57-45A5-84C8-3AD628FAA592}" srcOrd="0" destOrd="0" parTransId="{B4B52CB5-8BEE-4EEC-91D8-A41496F59887}" sibTransId="{0595EF9A-0905-4AF5-B7F6-64501D7B510C}"/>
    <dgm:cxn modelId="{DF606666-583F-4594-8E7C-EC9494E86860}" srcId="{B2A0EA84-0AF0-4605-869C-71C98AE3D918}" destId="{A5F0FAC7-03AE-42DC-917D-4E2D76D5AD8D}" srcOrd="5" destOrd="0" parTransId="{F39864BF-B932-4980-8B3B-917D60A86CF7}" sibTransId="{D73C93AF-EA58-4B02-8FF5-BA765CFB27B4}"/>
    <dgm:cxn modelId="{EE82E780-9F39-4AF3-8AE4-DF64FF95F806}" type="presOf" srcId="{A5F0FAC7-03AE-42DC-917D-4E2D76D5AD8D}" destId="{CFA71BCD-6DE5-4C40-B901-3842CB32173C}" srcOrd="0" destOrd="0" presId="urn:microsoft.com/office/officeart/2005/8/layout/list1"/>
    <dgm:cxn modelId="{59DE8F89-CEFE-4845-9C07-C76F8DEB36FA}" type="presOf" srcId="{7A1C799C-5CF9-4981-A4C7-700FD41D0DEF}" destId="{ADE63153-52BC-4BBD-A953-761A19253244}" srcOrd="0" destOrd="0" presId="urn:microsoft.com/office/officeart/2005/8/layout/list1"/>
    <dgm:cxn modelId="{54C3328B-38A8-4D87-B256-056FAF90B9A8}" type="presOf" srcId="{92D395C2-2C57-45A5-84C8-3AD628FAA592}" destId="{721EF73A-ACE0-4A15-A0EA-2270902B7C0F}" srcOrd="0" destOrd="0" presId="urn:microsoft.com/office/officeart/2005/8/layout/list1"/>
    <dgm:cxn modelId="{2709BD92-852F-4B1E-BFD0-6F879FD8118A}" type="presOf" srcId="{031D1130-5395-4F66-B51B-4173C17785AC}" destId="{86ADC2DB-431C-41F2-AA07-CC6B0BE5FEBF}" srcOrd="1" destOrd="0" presId="urn:microsoft.com/office/officeart/2005/8/layout/list1"/>
    <dgm:cxn modelId="{4A48E59B-B52E-45A6-817A-D626E59588AE}" type="presOf" srcId="{B0CFC6AE-30AD-452B-A801-EBAEAD99E2AB}" destId="{A2F6F647-543A-4DC7-BEE8-D0227146A089}" srcOrd="0" destOrd="0" presId="urn:microsoft.com/office/officeart/2005/8/layout/list1"/>
    <dgm:cxn modelId="{149E59AE-29CA-482C-A55C-ADB0F2DF57E6}" srcId="{B2A0EA84-0AF0-4605-869C-71C98AE3D918}" destId="{7A1C799C-5CF9-4981-A4C7-700FD41D0DEF}" srcOrd="2" destOrd="0" parTransId="{BCD12FBA-DC6F-49C3-9884-125B275410E0}" sibTransId="{14ED0BB8-2C85-4171-A9A8-A0290DEC000D}"/>
    <dgm:cxn modelId="{B0073CC0-4980-46ED-95EE-1A68C835A4A7}" type="presOf" srcId="{92D395C2-2C57-45A5-84C8-3AD628FAA592}" destId="{F4393B7C-D2CA-4D91-BF36-6B1467AC6BBD}" srcOrd="1" destOrd="0" presId="urn:microsoft.com/office/officeart/2005/8/layout/list1"/>
    <dgm:cxn modelId="{49FA76E2-53FA-4E0F-9DC3-4FEDD009D3F0}" type="presOf" srcId="{96F46D9C-41D5-4781-A179-ADE749F91939}" destId="{54D6E1AC-3A0C-4733-8600-E22B287C664D}" srcOrd="0" destOrd="0" presId="urn:microsoft.com/office/officeart/2005/8/layout/list1"/>
    <dgm:cxn modelId="{089969E7-6EE4-40BC-83D8-7796AA10907C}" srcId="{B2A0EA84-0AF0-4605-869C-71C98AE3D918}" destId="{96F46D9C-41D5-4781-A179-ADE749F91939}" srcOrd="1" destOrd="0" parTransId="{D023970B-9ED2-4AB9-9D6D-97D8CEEB7B25}" sibTransId="{91ADD14E-A6A6-4107-8ED8-EE7494922742}"/>
    <dgm:cxn modelId="{225D24EE-DA01-44E6-A793-9502EC91FECE}" type="presOf" srcId="{031D1130-5395-4F66-B51B-4173C17785AC}" destId="{BDBC1B64-A927-453F-BF48-F18235091ACF}" srcOrd="0" destOrd="0" presId="urn:microsoft.com/office/officeart/2005/8/layout/list1"/>
    <dgm:cxn modelId="{49CB37F6-4290-423E-AAD1-80B47EAA6D9E}" srcId="{B2A0EA84-0AF0-4605-869C-71C98AE3D918}" destId="{B0CFC6AE-30AD-452B-A801-EBAEAD99E2AB}" srcOrd="4" destOrd="0" parTransId="{3B16C558-C882-4B9E-B768-91FFE48092A2}" sibTransId="{2CF84123-A66F-47C5-B083-2A93CAEB0D21}"/>
    <dgm:cxn modelId="{B710BC8C-091E-4F72-A898-83A3648B8FEC}" type="presParOf" srcId="{D08FBA46-5D3A-4BCB-9D58-68CCAFCEFC8D}" destId="{339D26FE-5852-4EB8-81A1-3948205DEF4C}" srcOrd="0" destOrd="0" presId="urn:microsoft.com/office/officeart/2005/8/layout/list1"/>
    <dgm:cxn modelId="{3BDBFA4F-6567-4C6A-B08E-3A6741C61A0C}" type="presParOf" srcId="{339D26FE-5852-4EB8-81A1-3948205DEF4C}" destId="{721EF73A-ACE0-4A15-A0EA-2270902B7C0F}" srcOrd="0" destOrd="0" presId="urn:microsoft.com/office/officeart/2005/8/layout/list1"/>
    <dgm:cxn modelId="{31D2D5FE-3A64-4650-8B61-5D8B1B1D1FD6}" type="presParOf" srcId="{339D26FE-5852-4EB8-81A1-3948205DEF4C}" destId="{F4393B7C-D2CA-4D91-BF36-6B1467AC6BBD}" srcOrd="1" destOrd="0" presId="urn:microsoft.com/office/officeart/2005/8/layout/list1"/>
    <dgm:cxn modelId="{C5F54A6B-69EE-4320-AF55-6703A1D91BAE}" type="presParOf" srcId="{D08FBA46-5D3A-4BCB-9D58-68CCAFCEFC8D}" destId="{119143D8-42D9-4C06-B8EC-43A5B1225A0C}" srcOrd="1" destOrd="0" presId="urn:microsoft.com/office/officeart/2005/8/layout/list1"/>
    <dgm:cxn modelId="{230CAEA9-AE3E-4A4D-A22D-EDD0F3840DD3}" type="presParOf" srcId="{D08FBA46-5D3A-4BCB-9D58-68CCAFCEFC8D}" destId="{BA0ED6C2-B9DF-4EFF-8D41-11A6283EAD1A}" srcOrd="2" destOrd="0" presId="urn:microsoft.com/office/officeart/2005/8/layout/list1"/>
    <dgm:cxn modelId="{4D4AF51C-3D5D-4E13-9FEA-6E1FF2FC98C2}" type="presParOf" srcId="{D08FBA46-5D3A-4BCB-9D58-68CCAFCEFC8D}" destId="{2EA547D5-52B8-4F7C-B445-6B6878923694}" srcOrd="3" destOrd="0" presId="urn:microsoft.com/office/officeart/2005/8/layout/list1"/>
    <dgm:cxn modelId="{16EE53A3-000E-4C97-A236-D6149301777A}" type="presParOf" srcId="{D08FBA46-5D3A-4BCB-9D58-68CCAFCEFC8D}" destId="{6B4307B5-22A8-4E6C-B0C3-A0D5BB1344B2}" srcOrd="4" destOrd="0" presId="urn:microsoft.com/office/officeart/2005/8/layout/list1"/>
    <dgm:cxn modelId="{30811D96-ABF5-4E3C-90AC-B23A359A4562}" type="presParOf" srcId="{6B4307B5-22A8-4E6C-B0C3-A0D5BB1344B2}" destId="{54D6E1AC-3A0C-4733-8600-E22B287C664D}" srcOrd="0" destOrd="0" presId="urn:microsoft.com/office/officeart/2005/8/layout/list1"/>
    <dgm:cxn modelId="{E2E3EE29-2F84-4234-9761-155E3199EE3A}" type="presParOf" srcId="{6B4307B5-22A8-4E6C-B0C3-A0D5BB1344B2}" destId="{59FBEB51-A6D1-4712-94F3-FA257C42F08B}" srcOrd="1" destOrd="0" presId="urn:microsoft.com/office/officeart/2005/8/layout/list1"/>
    <dgm:cxn modelId="{ACCA6300-98E7-404B-9EE0-23A5A003E14F}" type="presParOf" srcId="{D08FBA46-5D3A-4BCB-9D58-68CCAFCEFC8D}" destId="{FE2C524F-9794-4A66-BBE9-B7B58AE60352}" srcOrd="5" destOrd="0" presId="urn:microsoft.com/office/officeart/2005/8/layout/list1"/>
    <dgm:cxn modelId="{4DB87E1B-543E-491E-BAE0-B15025D19747}" type="presParOf" srcId="{D08FBA46-5D3A-4BCB-9D58-68CCAFCEFC8D}" destId="{CFFA1643-C17E-4457-9F46-64F23EF624E0}" srcOrd="6" destOrd="0" presId="urn:microsoft.com/office/officeart/2005/8/layout/list1"/>
    <dgm:cxn modelId="{707F1BB6-F281-41B3-B27E-2BC515B544D2}" type="presParOf" srcId="{D08FBA46-5D3A-4BCB-9D58-68CCAFCEFC8D}" destId="{6C2688CE-28A0-4F65-841B-1672D4802D1B}" srcOrd="7" destOrd="0" presId="urn:microsoft.com/office/officeart/2005/8/layout/list1"/>
    <dgm:cxn modelId="{46679C8B-7E4E-4CF1-9CB0-F1B27E89DB20}" type="presParOf" srcId="{D08FBA46-5D3A-4BCB-9D58-68CCAFCEFC8D}" destId="{E6A6D199-F085-433D-BD0A-77B2DFCBF6BF}" srcOrd="8" destOrd="0" presId="urn:microsoft.com/office/officeart/2005/8/layout/list1"/>
    <dgm:cxn modelId="{08963E5A-D925-4F2B-B524-2683CEA6F0C8}" type="presParOf" srcId="{E6A6D199-F085-433D-BD0A-77B2DFCBF6BF}" destId="{ADE63153-52BC-4BBD-A953-761A19253244}" srcOrd="0" destOrd="0" presId="urn:microsoft.com/office/officeart/2005/8/layout/list1"/>
    <dgm:cxn modelId="{E11F8502-EE52-4D41-81BE-2FEE423821AB}" type="presParOf" srcId="{E6A6D199-F085-433D-BD0A-77B2DFCBF6BF}" destId="{4E7DECE8-7DB0-481D-A404-D951773D1AD5}" srcOrd="1" destOrd="0" presId="urn:microsoft.com/office/officeart/2005/8/layout/list1"/>
    <dgm:cxn modelId="{2BD60E31-FDD0-4B54-9B64-CF6884EC9C36}" type="presParOf" srcId="{D08FBA46-5D3A-4BCB-9D58-68CCAFCEFC8D}" destId="{28E5B654-8BDF-46D0-A139-02CB5C5DC9DC}" srcOrd="9" destOrd="0" presId="urn:microsoft.com/office/officeart/2005/8/layout/list1"/>
    <dgm:cxn modelId="{3D5EDA5A-7D96-48CF-969D-05D1E811339B}" type="presParOf" srcId="{D08FBA46-5D3A-4BCB-9D58-68CCAFCEFC8D}" destId="{9A9C43EE-4554-43D5-973A-FFCEC30631FB}" srcOrd="10" destOrd="0" presId="urn:microsoft.com/office/officeart/2005/8/layout/list1"/>
    <dgm:cxn modelId="{A497565A-5E22-48D4-929F-9DFF91062CB4}" type="presParOf" srcId="{D08FBA46-5D3A-4BCB-9D58-68CCAFCEFC8D}" destId="{40F0AFCF-FB0A-4F85-AF9C-28086C310A6E}" srcOrd="11" destOrd="0" presId="urn:microsoft.com/office/officeart/2005/8/layout/list1"/>
    <dgm:cxn modelId="{E813FF96-B28D-486B-980F-CD536AD95929}" type="presParOf" srcId="{D08FBA46-5D3A-4BCB-9D58-68CCAFCEFC8D}" destId="{26ED38C2-5ED8-4740-940B-D1C44138BDB3}" srcOrd="12" destOrd="0" presId="urn:microsoft.com/office/officeart/2005/8/layout/list1"/>
    <dgm:cxn modelId="{52CE4BC3-CA56-4481-BF16-539AB8AEDFCD}" type="presParOf" srcId="{26ED38C2-5ED8-4740-940B-D1C44138BDB3}" destId="{BDBC1B64-A927-453F-BF48-F18235091ACF}" srcOrd="0" destOrd="0" presId="urn:microsoft.com/office/officeart/2005/8/layout/list1"/>
    <dgm:cxn modelId="{2C556698-EE8B-4598-ACAB-867C5095CC0F}" type="presParOf" srcId="{26ED38C2-5ED8-4740-940B-D1C44138BDB3}" destId="{86ADC2DB-431C-41F2-AA07-CC6B0BE5FEBF}" srcOrd="1" destOrd="0" presId="urn:microsoft.com/office/officeart/2005/8/layout/list1"/>
    <dgm:cxn modelId="{A071A3FF-4816-48FE-A9F9-7049F5815334}" type="presParOf" srcId="{D08FBA46-5D3A-4BCB-9D58-68CCAFCEFC8D}" destId="{33278FD2-4553-4FA2-A13D-CBE4ADF90EF0}" srcOrd="13" destOrd="0" presId="urn:microsoft.com/office/officeart/2005/8/layout/list1"/>
    <dgm:cxn modelId="{BFD05E82-562C-42AD-AB29-41C1D061EB77}" type="presParOf" srcId="{D08FBA46-5D3A-4BCB-9D58-68CCAFCEFC8D}" destId="{D2231B2C-DEE1-49CF-94F9-1ECC7482F503}" srcOrd="14" destOrd="0" presId="urn:microsoft.com/office/officeart/2005/8/layout/list1"/>
    <dgm:cxn modelId="{FBF90D8A-4DFF-4F37-B9BE-F141A9B154E2}" type="presParOf" srcId="{D08FBA46-5D3A-4BCB-9D58-68CCAFCEFC8D}" destId="{6B69A509-04BB-49D5-8F70-579FDEB69A24}" srcOrd="15" destOrd="0" presId="urn:microsoft.com/office/officeart/2005/8/layout/list1"/>
    <dgm:cxn modelId="{14E7A4BE-5B0D-4915-BF83-D0F14E24152D}" type="presParOf" srcId="{D08FBA46-5D3A-4BCB-9D58-68CCAFCEFC8D}" destId="{290E9A94-61D2-4F1E-949F-2F14E2F6AED9}" srcOrd="16" destOrd="0" presId="urn:microsoft.com/office/officeart/2005/8/layout/list1"/>
    <dgm:cxn modelId="{E77F290B-396E-48B1-B9E0-9CD422B49284}" type="presParOf" srcId="{290E9A94-61D2-4F1E-949F-2F14E2F6AED9}" destId="{A2F6F647-543A-4DC7-BEE8-D0227146A089}" srcOrd="0" destOrd="0" presId="urn:microsoft.com/office/officeart/2005/8/layout/list1"/>
    <dgm:cxn modelId="{5915E6F9-2255-4DEF-B540-CCE5A94A2294}" type="presParOf" srcId="{290E9A94-61D2-4F1E-949F-2F14E2F6AED9}" destId="{413784C9-63AC-4625-929C-44C2B53AFAC3}" srcOrd="1" destOrd="0" presId="urn:microsoft.com/office/officeart/2005/8/layout/list1"/>
    <dgm:cxn modelId="{EE1A0363-E1AF-43F5-8B55-5B5CADC26966}" type="presParOf" srcId="{D08FBA46-5D3A-4BCB-9D58-68CCAFCEFC8D}" destId="{22392233-2014-42C2-AABA-C6CF5D33ABF0}" srcOrd="17" destOrd="0" presId="urn:microsoft.com/office/officeart/2005/8/layout/list1"/>
    <dgm:cxn modelId="{544B8350-7025-4C45-824A-B78CF874CEBF}" type="presParOf" srcId="{D08FBA46-5D3A-4BCB-9D58-68CCAFCEFC8D}" destId="{9CCCD3D0-1777-4F3F-B94F-4AA3C35FAEA9}" srcOrd="18" destOrd="0" presId="urn:microsoft.com/office/officeart/2005/8/layout/list1"/>
    <dgm:cxn modelId="{1AD7DCC2-9414-43F0-8BD4-3838E257BEAC}" type="presParOf" srcId="{D08FBA46-5D3A-4BCB-9D58-68CCAFCEFC8D}" destId="{795407FE-F938-4CA6-AA20-B6A28416967E}" srcOrd="19" destOrd="0" presId="urn:microsoft.com/office/officeart/2005/8/layout/list1"/>
    <dgm:cxn modelId="{90E2F092-079D-4854-A1E2-4FAFC2BA81C4}" type="presParOf" srcId="{D08FBA46-5D3A-4BCB-9D58-68CCAFCEFC8D}" destId="{ACD31B5C-DDC5-4C1D-A0BE-E631C5267E9B}" srcOrd="20" destOrd="0" presId="urn:microsoft.com/office/officeart/2005/8/layout/list1"/>
    <dgm:cxn modelId="{12876EF1-6A86-4BE9-AC61-6441C26A70D6}" type="presParOf" srcId="{ACD31B5C-DDC5-4C1D-A0BE-E631C5267E9B}" destId="{CFA71BCD-6DE5-4C40-B901-3842CB32173C}" srcOrd="0" destOrd="0" presId="urn:microsoft.com/office/officeart/2005/8/layout/list1"/>
    <dgm:cxn modelId="{4B4BE27C-E3E3-4B24-9CD6-72E79878AFA6}" type="presParOf" srcId="{ACD31B5C-DDC5-4C1D-A0BE-E631C5267E9B}" destId="{2C7880C7-9BF6-4739-B535-35520694D113}" srcOrd="1" destOrd="0" presId="urn:microsoft.com/office/officeart/2005/8/layout/list1"/>
    <dgm:cxn modelId="{F915977A-EC98-4ACC-9130-C3DBD1AC3233}" type="presParOf" srcId="{D08FBA46-5D3A-4BCB-9D58-68CCAFCEFC8D}" destId="{9A768253-B313-46BC-B493-DE1147313E0B}" srcOrd="21" destOrd="0" presId="urn:microsoft.com/office/officeart/2005/8/layout/list1"/>
    <dgm:cxn modelId="{AB606F11-DDE4-457B-8C3A-22CF057C63E5}" type="presParOf" srcId="{D08FBA46-5D3A-4BCB-9D58-68CCAFCEFC8D}" destId="{59ED5049-5938-48C7-8B1C-20FA5600336B}" srcOrd="22"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04873E-34D9-4011-B823-45C4AD2A9FC6}"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4E599684-CBE7-4BF6-B041-7B59A5AE3CF2}">
      <dgm:prSet phldrT="[Text]" custT="1"/>
      <dgm:spPr/>
      <dgm:t>
        <a:bodyPr/>
        <a:lstStyle/>
        <a:p>
          <a:r>
            <a:rPr lang="en-US" sz="1800" baseline="0" dirty="0"/>
            <a:t>pre  processing the date processing and feature </a:t>
          </a:r>
          <a:r>
            <a:rPr lang="en-US" sz="1800" baseline="0" dirty="0" err="1"/>
            <a:t>enginering</a:t>
          </a:r>
          <a:endParaRPr lang="en-US" sz="1800" baseline="0" dirty="0"/>
        </a:p>
      </dgm:t>
    </dgm:pt>
    <dgm:pt modelId="{A8AAC60B-A805-4BF6-9EA5-E87AC2902868}" type="parTrans" cxnId="{841D665D-B707-471F-BD09-964D3951145A}">
      <dgm:prSet/>
      <dgm:spPr/>
      <dgm:t>
        <a:bodyPr/>
        <a:lstStyle/>
        <a:p>
          <a:endParaRPr lang="en-US"/>
        </a:p>
      </dgm:t>
    </dgm:pt>
    <dgm:pt modelId="{BF909935-A6E2-4FB3-A57D-3F1AE3109B2D}" type="sibTrans" cxnId="{841D665D-B707-471F-BD09-964D3951145A}">
      <dgm:prSet/>
      <dgm:spPr/>
      <dgm:t>
        <a:bodyPr/>
        <a:lstStyle/>
        <a:p>
          <a:endParaRPr lang="en-US"/>
        </a:p>
      </dgm:t>
    </dgm:pt>
    <dgm:pt modelId="{36CD774E-C1D6-45DC-8E06-278867A87101}">
      <dgm:prSet phldrT="[Text]" custT="1"/>
      <dgm:spPr/>
      <dgm:t>
        <a:bodyPr/>
        <a:lstStyle/>
        <a:p>
          <a:r>
            <a:rPr lang="en-US" sz="1800" baseline="0" dirty="0"/>
            <a:t>Show the third two models  support vector machine and random forest </a:t>
          </a:r>
        </a:p>
      </dgm:t>
    </dgm:pt>
    <dgm:pt modelId="{D160265A-2697-4576-8A8D-AEDCF80D9251}" type="parTrans" cxnId="{EF05EBD9-DAB6-4347-9353-5AE21E7FD4D6}">
      <dgm:prSet/>
      <dgm:spPr/>
      <dgm:t>
        <a:bodyPr/>
        <a:lstStyle/>
        <a:p>
          <a:endParaRPr lang="en-US"/>
        </a:p>
      </dgm:t>
    </dgm:pt>
    <dgm:pt modelId="{CB4558A7-1E8B-42E2-8785-BF84DAC5BA9D}" type="sibTrans" cxnId="{EF05EBD9-DAB6-4347-9353-5AE21E7FD4D6}">
      <dgm:prSet/>
      <dgm:spPr/>
      <dgm:t>
        <a:bodyPr/>
        <a:lstStyle/>
        <a:p>
          <a:endParaRPr lang="en-US"/>
        </a:p>
      </dgm:t>
    </dgm:pt>
    <dgm:pt modelId="{88365BD5-BBFA-47E6-BE1F-F897A4AACA28}">
      <dgm:prSet phldrT="[Text]" custT="1"/>
      <dgm:spPr/>
      <dgm:t>
        <a:bodyPr/>
        <a:lstStyle/>
        <a:p>
          <a:r>
            <a:rPr lang="en-US" sz="1810" baseline="0" dirty="0"/>
            <a:t>Show the first two models logistic and naïve</a:t>
          </a:r>
        </a:p>
      </dgm:t>
    </dgm:pt>
    <dgm:pt modelId="{4CF8D8DC-62C3-424D-81EC-E9B4DBFD196F}" type="parTrans" cxnId="{4C811CC5-7B4E-4A7E-B18C-C276E8B15796}">
      <dgm:prSet/>
      <dgm:spPr/>
      <dgm:t>
        <a:bodyPr/>
        <a:lstStyle/>
        <a:p>
          <a:endParaRPr lang="en-US"/>
        </a:p>
      </dgm:t>
    </dgm:pt>
    <dgm:pt modelId="{5E853B2B-953D-448F-9F26-C2BDFEEBA124}" type="sibTrans" cxnId="{4C811CC5-7B4E-4A7E-B18C-C276E8B15796}">
      <dgm:prSet/>
      <dgm:spPr/>
      <dgm:t>
        <a:bodyPr/>
        <a:lstStyle/>
        <a:p>
          <a:endParaRPr lang="en-US"/>
        </a:p>
      </dgm:t>
    </dgm:pt>
    <dgm:pt modelId="{C25CBB1C-9EDD-4C42-8E7F-98B99FC58B1C}">
      <dgm:prSet phldrT="[Text]" custT="1"/>
      <dgm:spPr/>
      <dgm:t>
        <a:bodyPr/>
        <a:lstStyle/>
        <a:p>
          <a:endParaRPr lang="en-US" sz="1810" baseline="0" dirty="0"/>
        </a:p>
        <a:p>
          <a:r>
            <a:rPr lang="en-US" sz="1810" baseline="0" dirty="0"/>
            <a:t>Show the second two models  k-nearest neighbors and </a:t>
          </a:r>
          <a:r>
            <a:rPr lang="en-US" sz="1810" baseline="0" dirty="0" err="1"/>
            <a:t>descion</a:t>
          </a:r>
          <a:r>
            <a:rPr lang="en-US" sz="1810" baseline="0" dirty="0"/>
            <a:t> tree</a:t>
          </a:r>
        </a:p>
      </dgm:t>
    </dgm:pt>
    <dgm:pt modelId="{F84D907C-8A41-40F9-9D51-57788603ADAB}" type="parTrans" cxnId="{A713E35A-DA82-41E4-9DA9-29A11042B5D7}">
      <dgm:prSet/>
      <dgm:spPr/>
      <dgm:t>
        <a:bodyPr/>
        <a:lstStyle/>
        <a:p>
          <a:endParaRPr lang="en-US"/>
        </a:p>
      </dgm:t>
    </dgm:pt>
    <dgm:pt modelId="{1CF30918-1FE0-40F2-AB34-962A4C734CA6}" type="sibTrans" cxnId="{A713E35A-DA82-41E4-9DA9-29A11042B5D7}">
      <dgm:prSet/>
      <dgm:spPr/>
      <dgm:t>
        <a:bodyPr/>
        <a:lstStyle/>
        <a:p>
          <a:endParaRPr lang="en-US"/>
        </a:p>
      </dgm:t>
    </dgm:pt>
    <dgm:pt modelId="{DB8AF9DD-B1C3-4C20-BD21-C6C7FF671A92}">
      <dgm:prSet phldrT="[Text]" custT="1"/>
      <dgm:spPr/>
      <dgm:t>
        <a:bodyPr/>
        <a:lstStyle/>
        <a:p>
          <a:r>
            <a:rPr lang="en-US" sz="1800" baseline="0" dirty="0"/>
            <a:t>Take the best 3 models that give high accuracy</a:t>
          </a:r>
        </a:p>
      </dgm:t>
    </dgm:pt>
    <dgm:pt modelId="{428A9B80-64FA-44ED-87FF-F7A0D539842F}" type="sibTrans" cxnId="{D6373D48-D8B0-4539-A4A4-81DB907C07C1}">
      <dgm:prSet/>
      <dgm:spPr/>
      <dgm:t>
        <a:bodyPr/>
        <a:lstStyle/>
        <a:p>
          <a:endParaRPr lang="en-US"/>
        </a:p>
      </dgm:t>
    </dgm:pt>
    <dgm:pt modelId="{DF70DEA5-E7DD-4AA9-B1CC-992432C16744}" type="parTrans" cxnId="{D6373D48-D8B0-4539-A4A4-81DB907C07C1}">
      <dgm:prSet/>
      <dgm:spPr/>
      <dgm:t>
        <a:bodyPr/>
        <a:lstStyle/>
        <a:p>
          <a:endParaRPr lang="en-US"/>
        </a:p>
      </dgm:t>
    </dgm:pt>
    <dgm:pt modelId="{ED51C524-6585-4228-AD72-C026595D2367}" type="pres">
      <dgm:prSet presAssocID="{E604873E-34D9-4011-B823-45C4AD2A9FC6}" presName="linear" presStyleCnt="0">
        <dgm:presLayoutVars>
          <dgm:animLvl val="lvl"/>
          <dgm:resizeHandles val="exact"/>
        </dgm:presLayoutVars>
      </dgm:prSet>
      <dgm:spPr/>
    </dgm:pt>
    <dgm:pt modelId="{E8EE1F8B-DAC2-417A-85F9-D21DAC80B5B8}" type="pres">
      <dgm:prSet presAssocID="{4E599684-CBE7-4BF6-B041-7B59A5AE3CF2}" presName="parentText" presStyleLbl="node1" presStyleIdx="0" presStyleCnt="5">
        <dgm:presLayoutVars>
          <dgm:chMax val="0"/>
          <dgm:bulletEnabled val="1"/>
        </dgm:presLayoutVars>
      </dgm:prSet>
      <dgm:spPr/>
    </dgm:pt>
    <dgm:pt modelId="{3970BEFB-50B0-4336-8B17-27E587075D97}" type="pres">
      <dgm:prSet presAssocID="{BF909935-A6E2-4FB3-A57D-3F1AE3109B2D}" presName="spacer" presStyleCnt="0"/>
      <dgm:spPr/>
    </dgm:pt>
    <dgm:pt modelId="{4B0CDBBE-864C-4D6D-8B78-102C312E9215}" type="pres">
      <dgm:prSet presAssocID="{88365BD5-BBFA-47E6-BE1F-F897A4AACA28}" presName="parentText" presStyleLbl="node1" presStyleIdx="1" presStyleCnt="5">
        <dgm:presLayoutVars>
          <dgm:chMax val="0"/>
          <dgm:bulletEnabled val="1"/>
        </dgm:presLayoutVars>
      </dgm:prSet>
      <dgm:spPr/>
    </dgm:pt>
    <dgm:pt modelId="{602AC554-C2A5-48A4-89AA-3BE68965811E}" type="pres">
      <dgm:prSet presAssocID="{5E853B2B-953D-448F-9F26-C2BDFEEBA124}" presName="spacer" presStyleCnt="0"/>
      <dgm:spPr/>
    </dgm:pt>
    <dgm:pt modelId="{FE27C2BF-88F7-48BA-A538-C2BEE818895C}" type="pres">
      <dgm:prSet presAssocID="{C25CBB1C-9EDD-4C42-8E7F-98B99FC58B1C}" presName="parentText" presStyleLbl="node1" presStyleIdx="2" presStyleCnt="5">
        <dgm:presLayoutVars>
          <dgm:chMax val="0"/>
          <dgm:bulletEnabled val="1"/>
        </dgm:presLayoutVars>
      </dgm:prSet>
      <dgm:spPr/>
    </dgm:pt>
    <dgm:pt modelId="{09C92F6F-20D4-48BF-BA7B-4E43A394D7C7}" type="pres">
      <dgm:prSet presAssocID="{1CF30918-1FE0-40F2-AB34-962A4C734CA6}" presName="spacer" presStyleCnt="0"/>
      <dgm:spPr/>
    </dgm:pt>
    <dgm:pt modelId="{81180034-55BD-4435-BC83-A0C8BA7C2568}" type="pres">
      <dgm:prSet presAssocID="{36CD774E-C1D6-45DC-8E06-278867A87101}" presName="parentText" presStyleLbl="node1" presStyleIdx="3" presStyleCnt="5">
        <dgm:presLayoutVars>
          <dgm:chMax val="0"/>
          <dgm:bulletEnabled val="1"/>
        </dgm:presLayoutVars>
      </dgm:prSet>
      <dgm:spPr/>
    </dgm:pt>
    <dgm:pt modelId="{DFF6F81B-DAAE-4F00-A9CA-F46D7A897C13}" type="pres">
      <dgm:prSet presAssocID="{CB4558A7-1E8B-42E2-8785-BF84DAC5BA9D}" presName="spacer" presStyleCnt="0"/>
      <dgm:spPr/>
    </dgm:pt>
    <dgm:pt modelId="{6585E743-7D44-4BF1-AC8C-D94BC8A2273A}" type="pres">
      <dgm:prSet presAssocID="{DB8AF9DD-B1C3-4C20-BD21-C6C7FF671A92}" presName="parentText" presStyleLbl="node1" presStyleIdx="4" presStyleCnt="5">
        <dgm:presLayoutVars>
          <dgm:chMax val="0"/>
          <dgm:bulletEnabled val="1"/>
        </dgm:presLayoutVars>
      </dgm:prSet>
      <dgm:spPr/>
    </dgm:pt>
  </dgm:ptLst>
  <dgm:cxnLst>
    <dgm:cxn modelId="{98AA6926-9712-434B-A1A7-71E1A18751BB}" type="presOf" srcId="{C25CBB1C-9EDD-4C42-8E7F-98B99FC58B1C}" destId="{FE27C2BF-88F7-48BA-A538-C2BEE818895C}" srcOrd="0" destOrd="0" presId="urn:microsoft.com/office/officeart/2005/8/layout/vList2"/>
    <dgm:cxn modelId="{841D665D-B707-471F-BD09-964D3951145A}" srcId="{E604873E-34D9-4011-B823-45C4AD2A9FC6}" destId="{4E599684-CBE7-4BF6-B041-7B59A5AE3CF2}" srcOrd="0" destOrd="0" parTransId="{A8AAC60B-A805-4BF6-9EA5-E87AC2902868}" sibTransId="{BF909935-A6E2-4FB3-A57D-3F1AE3109B2D}"/>
    <dgm:cxn modelId="{D6373D48-D8B0-4539-A4A4-81DB907C07C1}" srcId="{E604873E-34D9-4011-B823-45C4AD2A9FC6}" destId="{DB8AF9DD-B1C3-4C20-BD21-C6C7FF671A92}" srcOrd="4" destOrd="0" parTransId="{DF70DEA5-E7DD-4AA9-B1CC-992432C16744}" sibTransId="{428A9B80-64FA-44ED-87FF-F7A0D539842F}"/>
    <dgm:cxn modelId="{92043E52-FEF0-4E74-A1B3-59F8E00D01DE}" type="presOf" srcId="{88365BD5-BBFA-47E6-BE1F-F897A4AACA28}" destId="{4B0CDBBE-864C-4D6D-8B78-102C312E9215}" srcOrd="0" destOrd="0" presId="urn:microsoft.com/office/officeart/2005/8/layout/vList2"/>
    <dgm:cxn modelId="{99E3CB78-B09B-42F4-889C-207A26F95D88}" type="presOf" srcId="{E604873E-34D9-4011-B823-45C4AD2A9FC6}" destId="{ED51C524-6585-4228-AD72-C026595D2367}" srcOrd="0" destOrd="0" presId="urn:microsoft.com/office/officeart/2005/8/layout/vList2"/>
    <dgm:cxn modelId="{A713E35A-DA82-41E4-9DA9-29A11042B5D7}" srcId="{E604873E-34D9-4011-B823-45C4AD2A9FC6}" destId="{C25CBB1C-9EDD-4C42-8E7F-98B99FC58B1C}" srcOrd="2" destOrd="0" parTransId="{F84D907C-8A41-40F9-9D51-57788603ADAB}" sibTransId="{1CF30918-1FE0-40F2-AB34-962A4C734CA6}"/>
    <dgm:cxn modelId="{A5C68EA6-A28F-448D-B9D6-10E4BD8223DB}" type="presOf" srcId="{DB8AF9DD-B1C3-4C20-BD21-C6C7FF671A92}" destId="{6585E743-7D44-4BF1-AC8C-D94BC8A2273A}" srcOrd="0" destOrd="0" presId="urn:microsoft.com/office/officeart/2005/8/layout/vList2"/>
    <dgm:cxn modelId="{FE1B52AC-3B5F-4F00-8C01-08F17CCC318C}" type="presOf" srcId="{36CD774E-C1D6-45DC-8E06-278867A87101}" destId="{81180034-55BD-4435-BC83-A0C8BA7C2568}" srcOrd="0" destOrd="0" presId="urn:microsoft.com/office/officeart/2005/8/layout/vList2"/>
    <dgm:cxn modelId="{4C811CC5-7B4E-4A7E-B18C-C276E8B15796}" srcId="{E604873E-34D9-4011-B823-45C4AD2A9FC6}" destId="{88365BD5-BBFA-47E6-BE1F-F897A4AACA28}" srcOrd="1" destOrd="0" parTransId="{4CF8D8DC-62C3-424D-81EC-E9B4DBFD196F}" sibTransId="{5E853B2B-953D-448F-9F26-C2BDFEEBA124}"/>
    <dgm:cxn modelId="{3A4AE3C6-5510-452D-BF53-2107E78555A4}" type="presOf" srcId="{4E599684-CBE7-4BF6-B041-7B59A5AE3CF2}" destId="{E8EE1F8B-DAC2-417A-85F9-D21DAC80B5B8}" srcOrd="0" destOrd="0" presId="urn:microsoft.com/office/officeart/2005/8/layout/vList2"/>
    <dgm:cxn modelId="{EF05EBD9-DAB6-4347-9353-5AE21E7FD4D6}" srcId="{E604873E-34D9-4011-B823-45C4AD2A9FC6}" destId="{36CD774E-C1D6-45DC-8E06-278867A87101}" srcOrd="3" destOrd="0" parTransId="{D160265A-2697-4576-8A8D-AEDCF80D9251}" sibTransId="{CB4558A7-1E8B-42E2-8785-BF84DAC5BA9D}"/>
    <dgm:cxn modelId="{0BEFA678-F43A-4456-9AC7-5CA9217B17EF}" type="presParOf" srcId="{ED51C524-6585-4228-AD72-C026595D2367}" destId="{E8EE1F8B-DAC2-417A-85F9-D21DAC80B5B8}" srcOrd="0" destOrd="0" presId="urn:microsoft.com/office/officeart/2005/8/layout/vList2"/>
    <dgm:cxn modelId="{27E66B4A-662B-4B88-866C-6117A243FFA5}" type="presParOf" srcId="{ED51C524-6585-4228-AD72-C026595D2367}" destId="{3970BEFB-50B0-4336-8B17-27E587075D97}" srcOrd="1" destOrd="0" presId="urn:microsoft.com/office/officeart/2005/8/layout/vList2"/>
    <dgm:cxn modelId="{D39757A4-10D6-45BB-A417-9430C01A94C2}" type="presParOf" srcId="{ED51C524-6585-4228-AD72-C026595D2367}" destId="{4B0CDBBE-864C-4D6D-8B78-102C312E9215}" srcOrd="2" destOrd="0" presId="urn:microsoft.com/office/officeart/2005/8/layout/vList2"/>
    <dgm:cxn modelId="{90BE42A2-BA68-4822-B4B9-8D35BBA1EBBB}" type="presParOf" srcId="{ED51C524-6585-4228-AD72-C026595D2367}" destId="{602AC554-C2A5-48A4-89AA-3BE68965811E}" srcOrd="3" destOrd="0" presId="urn:microsoft.com/office/officeart/2005/8/layout/vList2"/>
    <dgm:cxn modelId="{D182049D-5215-41EA-8910-412F004D92BC}" type="presParOf" srcId="{ED51C524-6585-4228-AD72-C026595D2367}" destId="{FE27C2BF-88F7-48BA-A538-C2BEE818895C}" srcOrd="4" destOrd="0" presId="urn:microsoft.com/office/officeart/2005/8/layout/vList2"/>
    <dgm:cxn modelId="{421D48B1-96CE-4B05-A29E-35C4309D31DB}" type="presParOf" srcId="{ED51C524-6585-4228-AD72-C026595D2367}" destId="{09C92F6F-20D4-48BF-BA7B-4E43A394D7C7}" srcOrd="5" destOrd="0" presId="urn:microsoft.com/office/officeart/2005/8/layout/vList2"/>
    <dgm:cxn modelId="{0E17EEC0-2F9F-494D-A7E6-55608C7F8C9C}" type="presParOf" srcId="{ED51C524-6585-4228-AD72-C026595D2367}" destId="{81180034-55BD-4435-BC83-A0C8BA7C2568}" srcOrd="6" destOrd="0" presId="urn:microsoft.com/office/officeart/2005/8/layout/vList2"/>
    <dgm:cxn modelId="{22353942-B4A7-46B5-A1C1-78ACF0C8A10F}" type="presParOf" srcId="{ED51C524-6585-4228-AD72-C026595D2367}" destId="{DFF6F81B-DAAE-4F00-A9CA-F46D7A897C13}" srcOrd="7" destOrd="0" presId="urn:microsoft.com/office/officeart/2005/8/layout/vList2"/>
    <dgm:cxn modelId="{CC8D323D-489A-4F8A-974A-E4F21C82598E}" type="presParOf" srcId="{ED51C524-6585-4228-AD72-C026595D2367}" destId="{6585E743-7D44-4BF1-AC8C-D94BC8A2273A}"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0ED6C2-B9DF-4EFF-8D41-11A6283EAD1A}">
      <dsp:nvSpPr>
        <dsp:cNvPr id="0" name=""/>
        <dsp:cNvSpPr/>
      </dsp:nvSpPr>
      <dsp:spPr>
        <a:xfrm>
          <a:off x="0" y="281148"/>
          <a:ext cx="5998059"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393B7C-D2CA-4D91-BF36-6B1467AC6BBD}">
      <dsp:nvSpPr>
        <dsp:cNvPr id="0" name=""/>
        <dsp:cNvSpPr/>
      </dsp:nvSpPr>
      <dsp:spPr>
        <a:xfrm>
          <a:off x="299902" y="89268"/>
          <a:ext cx="419864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699" tIns="0" rIns="158699" bIns="0" numCol="1" spcCol="1270" anchor="ctr" anchorCtr="0">
          <a:noAutofit/>
        </a:bodyPr>
        <a:lstStyle/>
        <a:p>
          <a:pPr marL="0" lvl="0" indent="0" algn="l" defTabSz="577850">
            <a:lnSpc>
              <a:spcPct val="90000"/>
            </a:lnSpc>
            <a:spcBef>
              <a:spcPct val="0"/>
            </a:spcBef>
            <a:spcAft>
              <a:spcPct val="35000"/>
            </a:spcAft>
            <a:buNone/>
          </a:pPr>
          <a:r>
            <a:rPr lang="en-US" sz="1300" kern="1200" dirty="0"/>
            <a:t>introduction</a:t>
          </a:r>
        </a:p>
      </dsp:txBody>
      <dsp:txXfrm>
        <a:off x="318636" y="108002"/>
        <a:ext cx="4161173" cy="346292"/>
      </dsp:txXfrm>
    </dsp:sp>
    <dsp:sp modelId="{CFFA1643-C17E-4457-9F46-64F23EF624E0}">
      <dsp:nvSpPr>
        <dsp:cNvPr id="0" name=""/>
        <dsp:cNvSpPr/>
      </dsp:nvSpPr>
      <dsp:spPr>
        <a:xfrm>
          <a:off x="0" y="870828"/>
          <a:ext cx="5998059"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FBEB51-A6D1-4712-94F3-FA257C42F08B}">
      <dsp:nvSpPr>
        <dsp:cNvPr id="0" name=""/>
        <dsp:cNvSpPr/>
      </dsp:nvSpPr>
      <dsp:spPr>
        <a:xfrm>
          <a:off x="299902" y="678948"/>
          <a:ext cx="419864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699" tIns="0" rIns="158699" bIns="0" numCol="1" spcCol="1270" anchor="ctr" anchorCtr="0">
          <a:noAutofit/>
        </a:bodyPr>
        <a:lstStyle/>
        <a:p>
          <a:pPr marL="0" lvl="0" indent="0" algn="l" defTabSz="577850">
            <a:lnSpc>
              <a:spcPct val="90000"/>
            </a:lnSpc>
            <a:spcBef>
              <a:spcPct val="0"/>
            </a:spcBef>
            <a:spcAft>
              <a:spcPct val="35000"/>
            </a:spcAft>
            <a:buNone/>
          </a:pPr>
          <a:r>
            <a:rPr lang="en-US" sz="1300" kern="1200" dirty="0"/>
            <a:t>Chart of date set</a:t>
          </a:r>
        </a:p>
      </dsp:txBody>
      <dsp:txXfrm>
        <a:off x="318636" y="697682"/>
        <a:ext cx="4161173" cy="346292"/>
      </dsp:txXfrm>
    </dsp:sp>
    <dsp:sp modelId="{9A9C43EE-4554-43D5-973A-FFCEC30631FB}">
      <dsp:nvSpPr>
        <dsp:cNvPr id="0" name=""/>
        <dsp:cNvSpPr/>
      </dsp:nvSpPr>
      <dsp:spPr>
        <a:xfrm>
          <a:off x="0" y="1460508"/>
          <a:ext cx="5998059"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E7DECE8-7DB0-481D-A404-D951773D1AD5}">
      <dsp:nvSpPr>
        <dsp:cNvPr id="0" name=""/>
        <dsp:cNvSpPr/>
      </dsp:nvSpPr>
      <dsp:spPr>
        <a:xfrm>
          <a:off x="299902" y="1268628"/>
          <a:ext cx="419864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699" tIns="0" rIns="158699" bIns="0" numCol="1" spcCol="1270" anchor="ctr" anchorCtr="0">
          <a:noAutofit/>
        </a:bodyPr>
        <a:lstStyle/>
        <a:p>
          <a:pPr marL="0" lvl="0" indent="0" algn="l" defTabSz="577850">
            <a:lnSpc>
              <a:spcPct val="90000"/>
            </a:lnSpc>
            <a:spcBef>
              <a:spcPct val="0"/>
            </a:spcBef>
            <a:spcAft>
              <a:spcPct val="35000"/>
            </a:spcAft>
            <a:buNone/>
          </a:pPr>
          <a:r>
            <a:rPr lang="en-US" sz="1300" kern="1200" dirty="0"/>
            <a:t>Table of date set</a:t>
          </a:r>
        </a:p>
      </dsp:txBody>
      <dsp:txXfrm>
        <a:off x="318636" y="1287362"/>
        <a:ext cx="4161173" cy="346292"/>
      </dsp:txXfrm>
    </dsp:sp>
    <dsp:sp modelId="{D2231B2C-DEE1-49CF-94F9-1ECC7482F503}">
      <dsp:nvSpPr>
        <dsp:cNvPr id="0" name=""/>
        <dsp:cNvSpPr/>
      </dsp:nvSpPr>
      <dsp:spPr>
        <a:xfrm>
          <a:off x="0" y="2050188"/>
          <a:ext cx="5998059"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ADC2DB-431C-41F2-AA07-CC6B0BE5FEBF}">
      <dsp:nvSpPr>
        <dsp:cNvPr id="0" name=""/>
        <dsp:cNvSpPr/>
      </dsp:nvSpPr>
      <dsp:spPr>
        <a:xfrm>
          <a:off x="299902" y="1858308"/>
          <a:ext cx="419864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699" tIns="0" rIns="158699" bIns="0" numCol="1" spcCol="1270" anchor="ctr" anchorCtr="0">
          <a:noAutofit/>
        </a:bodyPr>
        <a:lstStyle/>
        <a:p>
          <a:pPr marL="0" lvl="0" indent="0" algn="l" defTabSz="577850">
            <a:lnSpc>
              <a:spcPct val="90000"/>
            </a:lnSpc>
            <a:spcBef>
              <a:spcPct val="0"/>
            </a:spcBef>
            <a:spcAft>
              <a:spcPct val="35000"/>
            </a:spcAft>
            <a:buNone/>
          </a:pPr>
          <a:r>
            <a:rPr lang="en-US" sz="1300" kern="1200" dirty="0"/>
            <a:t>Name and id of team</a:t>
          </a:r>
        </a:p>
      </dsp:txBody>
      <dsp:txXfrm>
        <a:off x="318636" y="1877042"/>
        <a:ext cx="4161173" cy="346292"/>
      </dsp:txXfrm>
    </dsp:sp>
    <dsp:sp modelId="{9CCCD3D0-1777-4F3F-B94F-4AA3C35FAEA9}">
      <dsp:nvSpPr>
        <dsp:cNvPr id="0" name=""/>
        <dsp:cNvSpPr/>
      </dsp:nvSpPr>
      <dsp:spPr>
        <a:xfrm>
          <a:off x="0" y="2639868"/>
          <a:ext cx="5998059"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3784C9-63AC-4625-929C-44C2B53AFAC3}">
      <dsp:nvSpPr>
        <dsp:cNvPr id="0" name=""/>
        <dsp:cNvSpPr/>
      </dsp:nvSpPr>
      <dsp:spPr>
        <a:xfrm>
          <a:off x="299902" y="2447988"/>
          <a:ext cx="419864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699" tIns="0" rIns="158699" bIns="0" numCol="1" spcCol="1270" anchor="ctr" anchorCtr="0">
          <a:noAutofit/>
        </a:bodyPr>
        <a:lstStyle/>
        <a:p>
          <a:pPr marL="0" lvl="0" indent="0" algn="l" defTabSz="577850">
            <a:lnSpc>
              <a:spcPct val="90000"/>
            </a:lnSpc>
            <a:spcBef>
              <a:spcPct val="0"/>
            </a:spcBef>
            <a:spcAft>
              <a:spcPct val="35000"/>
            </a:spcAft>
            <a:buNone/>
          </a:pPr>
          <a:r>
            <a:rPr lang="en-US" sz="1300" kern="1200" dirty="0"/>
            <a:t>Content</a:t>
          </a:r>
        </a:p>
      </dsp:txBody>
      <dsp:txXfrm>
        <a:off x="318636" y="2466722"/>
        <a:ext cx="4161173" cy="346292"/>
      </dsp:txXfrm>
    </dsp:sp>
    <dsp:sp modelId="{59ED5049-5938-48C7-8B1C-20FA5600336B}">
      <dsp:nvSpPr>
        <dsp:cNvPr id="0" name=""/>
        <dsp:cNvSpPr/>
      </dsp:nvSpPr>
      <dsp:spPr>
        <a:xfrm>
          <a:off x="0" y="3229548"/>
          <a:ext cx="5998059"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C7880C7-9BF6-4739-B535-35520694D113}">
      <dsp:nvSpPr>
        <dsp:cNvPr id="0" name=""/>
        <dsp:cNvSpPr/>
      </dsp:nvSpPr>
      <dsp:spPr>
        <a:xfrm>
          <a:off x="299902" y="3037668"/>
          <a:ext cx="419864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699" tIns="0" rIns="158699" bIns="0" numCol="1" spcCol="1270" anchor="ctr" anchorCtr="0">
          <a:noAutofit/>
        </a:bodyPr>
        <a:lstStyle/>
        <a:p>
          <a:pPr marL="0" lvl="0" indent="0" algn="l" defTabSz="577850">
            <a:lnSpc>
              <a:spcPct val="90000"/>
            </a:lnSpc>
            <a:spcBef>
              <a:spcPct val="0"/>
            </a:spcBef>
            <a:spcAft>
              <a:spcPct val="35000"/>
            </a:spcAft>
            <a:buNone/>
          </a:pPr>
          <a:r>
            <a:rPr lang="en-US" sz="1300" kern="1200" dirty="0"/>
            <a:t>summery</a:t>
          </a:r>
        </a:p>
      </dsp:txBody>
      <dsp:txXfrm>
        <a:off x="318636" y="3056402"/>
        <a:ext cx="4161173"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EE1F8B-DAC2-417A-85F9-D21DAC80B5B8}">
      <dsp:nvSpPr>
        <dsp:cNvPr id="0" name=""/>
        <dsp:cNvSpPr/>
      </dsp:nvSpPr>
      <dsp:spPr>
        <a:xfrm>
          <a:off x="0" y="2040"/>
          <a:ext cx="6407905" cy="845613"/>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dirty="0"/>
            <a:t>pre  processing the date processing and feature </a:t>
          </a:r>
          <a:r>
            <a:rPr lang="en-US" sz="1800" kern="1200" baseline="0" dirty="0" err="1"/>
            <a:t>enginering</a:t>
          </a:r>
          <a:endParaRPr lang="en-US" sz="1800" kern="1200" baseline="0" dirty="0"/>
        </a:p>
      </dsp:txBody>
      <dsp:txXfrm>
        <a:off x="41279" y="43319"/>
        <a:ext cx="6325347" cy="763055"/>
      </dsp:txXfrm>
    </dsp:sp>
    <dsp:sp modelId="{4B0CDBBE-864C-4D6D-8B78-102C312E9215}">
      <dsp:nvSpPr>
        <dsp:cNvPr id="0" name=""/>
        <dsp:cNvSpPr/>
      </dsp:nvSpPr>
      <dsp:spPr>
        <a:xfrm>
          <a:off x="0" y="861941"/>
          <a:ext cx="6407905" cy="845613"/>
        </a:xfrm>
        <a:prstGeom prst="roundRect">
          <a:avLst/>
        </a:prstGeom>
        <a:solidFill>
          <a:schemeClr val="accent5">
            <a:hueOff val="-1768921"/>
            <a:satOff val="-21835"/>
            <a:lumOff val="20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4545">
            <a:lnSpc>
              <a:spcPct val="90000"/>
            </a:lnSpc>
            <a:spcBef>
              <a:spcPct val="0"/>
            </a:spcBef>
            <a:spcAft>
              <a:spcPct val="35000"/>
            </a:spcAft>
            <a:buNone/>
          </a:pPr>
          <a:r>
            <a:rPr lang="en-US" sz="1810" kern="1200" baseline="0" dirty="0"/>
            <a:t>Show the first two models logistic and naïve</a:t>
          </a:r>
        </a:p>
      </dsp:txBody>
      <dsp:txXfrm>
        <a:off x="41279" y="903220"/>
        <a:ext cx="6325347" cy="763055"/>
      </dsp:txXfrm>
    </dsp:sp>
    <dsp:sp modelId="{FE27C2BF-88F7-48BA-A538-C2BEE818895C}">
      <dsp:nvSpPr>
        <dsp:cNvPr id="0" name=""/>
        <dsp:cNvSpPr/>
      </dsp:nvSpPr>
      <dsp:spPr>
        <a:xfrm>
          <a:off x="0" y="1721842"/>
          <a:ext cx="6407905" cy="845613"/>
        </a:xfrm>
        <a:prstGeom prst="roundRect">
          <a:avLst/>
        </a:prstGeom>
        <a:solidFill>
          <a:schemeClr val="accent5">
            <a:hueOff val="-3537841"/>
            <a:satOff val="-43669"/>
            <a:lumOff val="402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4545">
            <a:lnSpc>
              <a:spcPct val="90000"/>
            </a:lnSpc>
            <a:spcBef>
              <a:spcPct val="0"/>
            </a:spcBef>
            <a:spcAft>
              <a:spcPct val="35000"/>
            </a:spcAft>
            <a:buNone/>
          </a:pPr>
          <a:endParaRPr lang="en-US" sz="1810" kern="1200" baseline="0" dirty="0"/>
        </a:p>
        <a:p>
          <a:pPr marL="0" lvl="0" indent="0" algn="l" defTabSz="804545">
            <a:lnSpc>
              <a:spcPct val="90000"/>
            </a:lnSpc>
            <a:spcBef>
              <a:spcPct val="0"/>
            </a:spcBef>
            <a:spcAft>
              <a:spcPct val="35000"/>
            </a:spcAft>
            <a:buNone/>
          </a:pPr>
          <a:r>
            <a:rPr lang="en-US" sz="1810" kern="1200" baseline="0" dirty="0"/>
            <a:t>Show the second two models  k-nearest neighbors and </a:t>
          </a:r>
          <a:r>
            <a:rPr lang="en-US" sz="1810" kern="1200" baseline="0" dirty="0" err="1"/>
            <a:t>descion</a:t>
          </a:r>
          <a:r>
            <a:rPr lang="en-US" sz="1810" kern="1200" baseline="0" dirty="0"/>
            <a:t> tree</a:t>
          </a:r>
        </a:p>
      </dsp:txBody>
      <dsp:txXfrm>
        <a:off x="41279" y="1763121"/>
        <a:ext cx="6325347" cy="763055"/>
      </dsp:txXfrm>
    </dsp:sp>
    <dsp:sp modelId="{81180034-55BD-4435-BC83-A0C8BA7C2568}">
      <dsp:nvSpPr>
        <dsp:cNvPr id="0" name=""/>
        <dsp:cNvSpPr/>
      </dsp:nvSpPr>
      <dsp:spPr>
        <a:xfrm>
          <a:off x="0" y="2581743"/>
          <a:ext cx="6407905" cy="845613"/>
        </a:xfrm>
        <a:prstGeom prst="roundRect">
          <a:avLst/>
        </a:prstGeom>
        <a:solidFill>
          <a:schemeClr val="accent5">
            <a:hueOff val="-5306762"/>
            <a:satOff val="-65504"/>
            <a:lumOff val="603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dirty="0"/>
            <a:t>Show the third two models  support vector machine and random forest </a:t>
          </a:r>
        </a:p>
      </dsp:txBody>
      <dsp:txXfrm>
        <a:off x="41279" y="2623022"/>
        <a:ext cx="6325347" cy="763055"/>
      </dsp:txXfrm>
    </dsp:sp>
    <dsp:sp modelId="{6585E743-7D44-4BF1-AC8C-D94BC8A2273A}">
      <dsp:nvSpPr>
        <dsp:cNvPr id="0" name=""/>
        <dsp:cNvSpPr/>
      </dsp:nvSpPr>
      <dsp:spPr>
        <a:xfrm>
          <a:off x="0" y="3441644"/>
          <a:ext cx="6407905" cy="845613"/>
        </a:xfrm>
        <a:prstGeom prst="roundRect">
          <a:avLst/>
        </a:prstGeom>
        <a:solidFill>
          <a:schemeClr val="accent5">
            <a:hueOff val="-7075682"/>
            <a:satOff val="-87338"/>
            <a:lumOff val="804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dirty="0"/>
            <a:t>Take the best 3 models that give high accuracy</a:t>
          </a:r>
        </a:p>
      </dsp:txBody>
      <dsp:txXfrm>
        <a:off x="41279" y="3482923"/>
        <a:ext cx="6325347" cy="763055"/>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0BC4F2-6A87-450D-AD53-D2188421BC53}" type="datetimeFigureOut">
              <a:rPr lang="en-US" smtClean="0"/>
              <a:t>5/10/2024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3B2649-7BD8-4005-A99E-30D13769A8BD}" type="slidenum">
              <a:rPr lang="en-US" smtClean="0"/>
              <a:t>‹#›</a:t>
            </a:fld>
            <a:endParaRPr lang="en-US"/>
          </a:p>
        </p:txBody>
      </p:sp>
    </p:spTree>
    <p:extLst>
      <p:ext uri="{BB962C8B-B14F-4D97-AF65-F5344CB8AC3E}">
        <p14:creationId xmlns:p14="http://schemas.microsoft.com/office/powerpoint/2010/main" val="244481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03401A8-3220-413E-B964-4A8659985FD3}" type="slidenum">
              <a:rPr lang="en-US" smtClean="0"/>
              <a:t>1</a:t>
            </a:fld>
            <a:endParaRPr lang="en-US"/>
          </a:p>
        </p:txBody>
      </p:sp>
    </p:spTree>
    <p:extLst>
      <p:ext uri="{BB962C8B-B14F-4D97-AF65-F5344CB8AC3E}">
        <p14:creationId xmlns:p14="http://schemas.microsoft.com/office/powerpoint/2010/main" val="372418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3B2649-7BD8-4005-A99E-30D13769A8BD}" type="slidenum">
              <a:rPr lang="en-US" smtClean="0"/>
              <a:t>5</a:t>
            </a:fld>
            <a:endParaRPr lang="en-US"/>
          </a:p>
        </p:txBody>
      </p:sp>
    </p:spTree>
    <p:extLst>
      <p:ext uri="{BB962C8B-B14F-4D97-AF65-F5344CB8AC3E}">
        <p14:creationId xmlns:p14="http://schemas.microsoft.com/office/powerpoint/2010/main" val="1997495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1A4182-6276-41ED-8EAF-0C6A4D8FF0A8}"/>
              </a:ext>
              <a:ext uri="{C183D7F6-B498-43B3-948B-1728B52AA6E4}">
                <adec:decorative xmlns:adec="http://schemas.microsoft.com/office/drawing/2017/decorative" val="1"/>
              </a:ext>
            </a:extLst>
          </p:cNvPr>
          <p:cNvSpPr/>
          <p:nvPr userDrawn="1"/>
        </p:nvSpPr>
        <p:spPr>
          <a:xfrm>
            <a:off x="0" y="0"/>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EF4B644F-A23D-409C-9540-B41AC18DB546}"/>
              </a:ext>
              <a:ext uri="{C183D7F6-B498-43B3-948B-1728B52AA6E4}">
                <adec:decorative xmlns:adec="http://schemas.microsoft.com/office/drawing/2017/decorative" val="1"/>
              </a:ext>
            </a:extLst>
          </p:cNvPr>
          <p:cNvSpPr/>
          <p:nvPr userDrawn="1"/>
        </p:nvSpPr>
        <p:spPr>
          <a:xfrm>
            <a:off x="0" y="0"/>
            <a:ext cx="5334003" cy="61756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8">
            <a:extLst>
              <a:ext uri="{FF2B5EF4-FFF2-40B4-BE49-F238E27FC236}">
                <a16:creationId xmlns:a16="http://schemas.microsoft.com/office/drawing/2014/main" id="{580AE1ED-3577-4808-86BF-CCD12234928D}"/>
              </a:ext>
            </a:extLst>
          </p:cNvPr>
          <p:cNvSpPr>
            <a:spLocks noGrp="1"/>
          </p:cNvSpPr>
          <p:nvPr>
            <p:ph type="ctrTitle" hasCustomPrompt="1"/>
          </p:nvPr>
        </p:nvSpPr>
        <p:spPr>
          <a:xfrm>
            <a:off x="762000" y="839336"/>
            <a:ext cx="4123899" cy="3475513"/>
          </a:xfrm>
        </p:spPr>
        <p:txBody>
          <a:bodyPr anchor="ctr">
            <a:normAutofit/>
          </a:bodyPr>
          <a:lstStyle>
            <a:lvl1pPr>
              <a:defRPr sz="5200"/>
            </a:lvl1pPr>
          </a:lstStyle>
          <a:p>
            <a:pPr algn="l"/>
            <a:r>
              <a:rPr lang="en-US" sz="4800" dirty="0"/>
              <a:t>Click to add title</a:t>
            </a:r>
          </a:p>
        </p:txBody>
      </p:sp>
      <p:sp>
        <p:nvSpPr>
          <p:cNvPr id="9" name="Subtitle 19">
            <a:extLst>
              <a:ext uri="{FF2B5EF4-FFF2-40B4-BE49-F238E27FC236}">
                <a16:creationId xmlns:a16="http://schemas.microsoft.com/office/drawing/2014/main" id="{E8F46CAD-D4FF-4BBC-937E-CBBD034A180B}"/>
              </a:ext>
            </a:extLst>
          </p:cNvPr>
          <p:cNvSpPr>
            <a:spLocks noGrp="1"/>
          </p:cNvSpPr>
          <p:nvPr>
            <p:ph type="subTitle" idx="1" hasCustomPrompt="1"/>
          </p:nvPr>
        </p:nvSpPr>
        <p:spPr>
          <a:xfrm>
            <a:off x="762000" y="4570807"/>
            <a:ext cx="4123899" cy="1524000"/>
          </a:xfrm>
        </p:spPr>
        <p:txBody>
          <a:bodyPr/>
          <a:lstStyle>
            <a:lvl1pPr marL="0" indent="0">
              <a:buNone/>
              <a:defRPr/>
            </a:lvl1pPr>
          </a:lstStyle>
          <a:p>
            <a:pPr algn="l"/>
            <a:r>
              <a:rPr lang="en-US" dirty="0"/>
              <a:t>Click to add subtitle</a:t>
            </a:r>
          </a:p>
        </p:txBody>
      </p:sp>
      <p:sp>
        <p:nvSpPr>
          <p:cNvPr id="15" name="Picture Placeholder 14">
            <a:extLst>
              <a:ext uri="{FF2B5EF4-FFF2-40B4-BE49-F238E27FC236}">
                <a16:creationId xmlns:a16="http://schemas.microsoft.com/office/drawing/2014/main" id="{A2750E7C-D01B-4533-A0B8-2E7EF2B168DC}"/>
              </a:ext>
            </a:extLst>
          </p:cNvPr>
          <p:cNvSpPr>
            <a:spLocks noGrp="1"/>
          </p:cNvSpPr>
          <p:nvPr>
            <p:ph type="pic" sz="quarter" idx="13"/>
          </p:nvPr>
        </p:nvSpPr>
        <p:spPr>
          <a:xfrm>
            <a:off x="5330952" y="754711"/>
            <a:ext cx="6099048" cy="5340096"/>
          </a:xfrm>
          <a:solidFill>
            <a:schemeClr val="accent6"/>
          </a:solidFill>
        </p:spPr>
        <p:txBody>
          <a:bodyPr/>
          <a:lstStyle/>
          <a:p>
            <a:r>
              <a:rPr lang="en-US"/>
              <a:t>Click icon to add picture</a:t>
            </a:r>
            <a:endParaRPr lang="en-US" dirty="0"/>
          </a:p>
        </p:txBody>
      </p:sp>
    </p:spTree>
    <p:extLst>
      <p:ext uri="{BB962C8B-B14F-4D97-AF65-F5344CB8AC3E}">
        <p14:creationId xmlns:p14="http://schemas.microsoft.com/office/powerpoint/2010/main" val="2000814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FAC5ABB9-3EAC-446C-B128-CFDB09B2476A}"/>
              </a:ext>
              <a:ext uri="{C183D7F6-B498-43B3-948B-1728B52AA6E4}">
                <adec:decorative xmlns:adec="http://schemas.microsoft.com/office/drawing/2017/decorative" val="1"/>
              </a:ext>
            </a:extLst>
          </p:cNvPr>
          <p:cNvSpPr/>
          <p:nvPr userDrawn="1"/>
        </p:nvSpPr>
        <p:spPr>
          <a:xfrm>
            <a:off x="0" y="2"/>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0DED2D7-7BC9-473D-8241-8289B5821CF4}"/>
              </a:ext>
              <a:ext uri="{C183D7F6-B498-43B3-948B-1728B52AA6E4}">
                <adec:decorative xmlns:adec="http://schemas.microsoft.com/office/drawing/2017/decorative" val="1"/>
              </a:ext>
            </a:extLst>
          </p:cNvPr>
          <p:cNvSpPr/>
          <p:nvPr userDrawn="1"/>
        </p:nvSpPr>
        <p:spPr>
          <a:xfrm>
            <a:off x="0" y="0"/>
            <a:ext cx="12192000" cy="6858001"/>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19C2616F-4436-4A60-BB08-54EC762C53BE}"/>
              </a:ext>
              <a:ext uri="{C183D7F6-B498-43B3-948B-1728B52AA6E4}">
                <adec:decorative xmlns:adec="http://schemas.microsoft.com/office/drawing/2017/decorative" val="1"/>
              </a:ext>
            </a:extLst>
          </p:cNvPr>
          <p:cNvSpPr/>
          <p:nvPr userDrawn="1"/>
        </p:nvSpPr>
        <p:spPr>
          <a:xfrm>
            <a:off x="0" y="762001"/>
            <a:ext cx="12192000" cy="6095999"/>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2">
            <a:extLst>
              <a:ext uri="{FF2B5EF4-FFF2-40B4-BE49-F238E27FC236}">
                <a16:creationId xmlns:a16="http://schemas.microsoft.com/office/drawing/2014/main" id="{D6F9523F-1BD5-4832-8B13-FA0BE3E6F732}"/>
              </a:ext>
            </a:extLst>
          </p:cNvPr>
          <p:cNvSpPr>
            <a:spLocks noGrp="1"/>
          </p:cNvSpPr>
          <p:nvPr>
            <p:ph type="title"/>
          </p:nvPr>
        </p:nvSpPr>
        <p:spPr>
          <a:xfrm>
            <a:off x="5431940" y="1517652"/>
            <a:ext cx="5998059" cy="1344613"/>
          </a:xfrm>
        </p:spPr>
        <p:txBody>
          <a:bodyPr/>
          <a:lstStyle/>
          <a:p>
            <a:r>
              <a:rPr lang="en-US"/>
              <a:t>Click to edit Master title style</a:t>
            </a:r>
            <a:endParaRPr lang="en-US" dirty="0"/>
          </a:p>
        </p:txBody>
      </p:sp>
      <p:sp>
        <p:nvSpPr>
          <p:cNvPr id="17" name="Picture Placeholder 16">
            <a:extLst>
              <a:ext uri="{FF2B5EF4-FFF2-40B4-BE49-F238E27FC236}">
                <a16:creationId xmlns:a16="http://schemas.microsoft.com/office/drawing/2014/main" id="{FA83160D-9929-4C5C-B741-192DF7639B60}"/>
              </a:ext>
            </a:extLst>
          </p:cNvPr>
          <p:cNvSpPr>
            <a:spLocks noGrp="1"/>
          </p:cNvSpPr>
          <p:nvPr>
            <p:ph type="pic" sz="quarter" idx="13"/>
          </p:nvPr>
        </p:nvSpPr>
        <p:spPr>
          <a:xfrm>
            <a:off x="768293" y="1517652"/>
            <a:ext cx="1947672" cy="2295144"/>
          </a:xfrm>
          <a:solidFill>
            <a:schemeClr val="accent6"/>
          </a:solidFill>
        </p:spPr>
        <p:txBody>
          <a:bodyPr/>
          <a:lstStyle/>
          <a:p>
            <a:r>
              <a:rPr lang="en-US"/>
              <a:t>Click icon to add picture</a:t>
            </a:r>
            <a:endParaRPr lang="en-US" dirty="0"/>
          </a:p>
        </p:txBody>
      </p:sp>
      <p:sp>
        <p:nvSpPr>
          <p:cNvPr id="18" name="Picture Placeholder 16">
            <a:extLst>
              <a:ext uri="{FF2B5EF4-FFF2-40B4-BE49-F238E27FC236}">
                <a16:creationId xmlns:a16="http://schemas.microsoft.com/office/drawing/2014/main" id="{D97EB8C6-CD91-4F0C-A719-5079DB8D325C}"/>
              </a:ext>
            </a:extLst>
          </p:cNvPr>
          <p:cNvSpPr>
            <a:spLocks noGrp="1"/>
          </p:cNvSpPr>
          <p:nvPr>
            <p:ph type="pic" sz="quarter" idx="14"/>
          </p:nvPr>
        </p:nvSpPr>
        <p:spPr>
          <a:xfrm>
            <a:off x="2715768" y="1517904"/>
            <a:ext cx="1947672" cy="2295144"/>
          </a:xfrm>
          <a:solidFill>
            <a:schemeClr val="accent6"/>
          </a:solidFill>
        </p:spPr>
        <p:txBody>
          <a:bodyPr/>
          <a:lstStyle/>
          <a:p>
            <a:r>
              <a:rPr lang="en-US"/>
              <a:t>Click icon to add picture</a:t>
            </a:r>
            <a:endParaRPr lang="en-US" dirty="0"/>
          </a:p>
        </p:txBody>
      </p:sp>
      <p:sp>
        <p:nvSpPr>
          <p:cNvPr id="20" name="Picture Placeholder 19">
            <a:extLst>
              <a:ext uri="{FF2B5EF4-FFF2-40B4-BE49-F238E27FC236}">
                <a16:creationId xmlns:a16="http://schemas.microsoft.com/office/drawing/2014/main" id="{A7347AC5-7F3A-4E62-AE18-744B6A756E4C}"/>
              </a:ext>
            </a:extLst>
          </p:cNvPr>
          <p:cNvSpPr>
            <a:spLocks noGrp="1"/>
          </p:cNvSpPr>
          <p:nvPr>
            <p:ph type="pic" sz="quarter" idx="15"/>
          </p:nvPr>
        </p:nvSpPr>
        <p:spPr>
          <a:xfrm>
            <a:off x="768096" y="3800858"/>
            <a:ext cx="3895344" cy="2295144"/>
          </a:xfrm>
          <a:solidFill>
            <a:schemeClr val="accent6"/>
          </a:solidFill>
        </p:spPr>
        <p:txBody>
          <a:bodyPr/>
          <a:lstStyle/>
          <a:p>
            <a:r>
              <a:rPr lang="en-US"/>
              <a:t>Click icon to add picture</a:t>
            </a:r>
          </a:p>
        </p:txBody>
      </p:sp>
      <p:sp>
        <p:nvSpPr>
          <p:cNvPr id="12" name="Content Placeholder 13">
            <a:extLst>
              <a:ext uri="{FF2B5EF4-FFF2-40B4-BE49-F238E27FC236}">
                <a16:creationId xmlns:a16="http://schemas.microsoft.com/office/drawing/2014/main" id="{CC904223-D55A-40A9-AA1D-5687C89BE8E3}"/>
              </a:ext>
            </a:extLst>
          </p:cNvPr>
          <p:cNvSpPr>
            <a:spLocks noGrp="1"/>
          </p:cNvSpPr>
          <p:nvPr>
            <p:ph idx="1"/>
          </p:nvPr>
        </p:nvSpPr>
        <p:spPr>
          <a:xfrm>
            <a:off x="5431940" y="2970215"/>
            <a:ext cx="5998059" cy="3125787"/>
          </a:xfrm>
        </p:spPr>
        <p:txBody>
          <a:bodyPr>
            <a:normAutofit/>
          </a:bodyPr>
          <a:lstStyle>
            <a:lvl1pPr marL="0" indent="0">
              <a:buNone/>
              <a:defRPr/>
            </a:lvl1pPr>
          </a:lstStyle>
          <a:p>
            <a:pPr lvl="0"/>
            <a:r>
              <a:rPr lang="en-US"/>
              <a:t>Click to edit Master text styles</a:t>
            </a:r>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r>
              <a:rPr lang="en-US"/>
              <a:t>3/1/20XX</a:t>
            </a:r>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408973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4A1CC7-4419-4A64-9DC9-AE157407AFB8}"/>
              </a:ext>
              <a:ext uri="{C183D7F6-B498-43B3-948B-1728B52AA6E4}">
                <adec:decorative xmlns:adec="http://schemas.microsoft.com/office/drawing/2017/decorative" val="1"/>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A2F8EC6-DD66-475C-B129-22B374F49A70}"/>
              </a:ext>
              <a:ext uri="{C183D7F6-B498-43B3-948B-1728B52AA6E4}">
                <adec:decorative xmlns:adec="http://schemas.microsoft.com/office/drawing/2017/decorative" val="1"/>
              </a:ext>
            </a:extLst>
          </p:cNvPr>
          <p:cNvSpPr/>
          <p:nvPr userDrawn="1"/>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Freeform: Shape 11">
            <a:extLst>
              <a:ext uri="{FF2B5EF4-FFF2-40B4-BE49-F238E27FC236}">
                <a16:creationId xmlns:a16="http://schemas.microsoft.com/office/drawing/2014/main" id="{86FA963F-8B94-469B-B1A5-890D9134FB50}"/>
              </a:ext>
              <a:ext uri="{C183D7F6-B498-43B3-948B-1728B52AA6E4}">
                <adec:decorative xmlns:adec="http://schemas.microsoft.com/office/drawing/2017/decorative" val="1"/>
              </a:ext>
            </a:extLst>
          </p:cNvPr>
          <p:cNvSpPr/>
          <p:nvPr userDrawn="1"/>
        </p:nvSpPr>
        <p:spPr>
          <a:xfrm>
            <a:off x="0" y="0"/>
            <a:ext cx="11430001" cy="6168789"/>
          </a:xfrm>
          <a:custGeom>
            <a:avLst/>
            <a:gdLst>
              <a:gd name="connsiteX0" fmla="*/ 0 w 11430001"/>
              <a:gd name="connsiteY0" fmla="*/ 0 h 6168789"/>
              <a:gd name="connsiteX1" fmla="*/ 5334002 w 11430001"/>
              <a:gd name="connsiteY1" fmla="*/ 0 h 6168789"/>
              <a:gd name="connsiteX2" fmla="*/ 5334002 w 11430001"/>
              <a:gd name="connsiteY2" fmla="*/ 771523 h 6168789"/>
              <a:gd name="connsiteX3" fmla="*/ 11430001 w 11430001"/>
              <a:gd name="connsiteY3" fmla="*/ 771523 h 6168789"/>
              <a:gd name="connsiteX4" fmla="*/ 11430001 w 11430001"/>
              <a:gd name="connsiteY4" fmla="*/ 6168789 h 6168789"/>
              <a:gd name="connsiteX5" fmla="*/ 0 w 11430001"/>
              <a:gd name="connsiteY5" fmla="*/ 6168789 h 6168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30001" h="6168789">
                <a:moveTo>
                  <a:pt x="0" y="0"/>
                </a:moveTo>
                <a:lnTo>
                  <a:pt x="5334002" y="0"/>
                </a:lnTo>
                <a:lnTo>
                  <a:pt x="5334002" y="771523"/>
                </a:lnTo>
                <a:lnTo>
                  <a:pt x="11430001" y="771523"/>
                </a:lnTo>
                <a:lnTo>
                  <a:pt x="11430001" y="6168789"/>
                </a:lnTo>
                <a:lnTo>
                  <a:pt x="0" y="6168789"/>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Title 5">
            <a:extLst>
              <a:ext uri="{FF2B5EF4-FFF2-40B4-BE49-F238E27FC236}">
                <a16:creationId xmlns:a16="http://schemas.microsoft.com/office/drawing/2014/main" id="{4CD44A43-6E39-4FE6-87BB-C65CE8FC6B1A}"/>
              </a:ext>
            </a:extLst>
          </p:cNvPr>
          <p:cNvSpPr>
            <a:spLocks noGrp="1"/>
          </p:cNvSpPr>
          <p:nvPr>
            <p:ph type="title"/>
          </p:nvPr>
        </p:nvSpPr>
        <p:spPr>
          <a:xfrm>
            <a:off x="6096000" y="1517650"/>
            <a:ext cx="4565650" cy="1344613"/>
          </a:xfrm>
        </p:spPr>
        <p:txBody>
          <a:bodyPr>
            <a:normAutofit/>
          </a:bodyPr>
          <a:lstStyle/>
          <a:p>
            <a:r>
              <a:rPr lang="en-US"/>
              <a:t>Click to edit Master title style</a:t>
            </a:r>
            <a:endParaRPr lang="en-US" dirty="0"/>
          </a:p>
        </p:txBody>
      </p:sp>
      <p:sp>
        <p:nvSpPr>
          <p:cNvPr id="18" name="Picture Placeholder 17">
            <a:extLst>
              <a:ext uri="{FF2B5EF4-FFF2-40B4-BE49-F238E27FC236}">
                <a16:creationId xmlns:a16="http://schemas.microsoft.com/office/drawing/2014/main" id="{5229EB0D-B986-4E26-BDF3-305AE3233EB7}"/>
              </a:ext>
            </a:extLst>
          </p:cNvPr>
          <p:cNvSpPr>
            <a:spLocks noGrp="1"/>
          </p:cNvSpPr>
          <p:nvPr>
            <p:ph type="pic" sz="quarter" idx="13"/>
          </p:nvPr>
        </p:nvSpPr>
        <p:spPr>
          <a:xfrm>
            <a:off x="758952" y="883487"/>
            <a:ext cx="4562856" cy="2441448"/>
          </a:xfrm>
          <a:solidFill>
            <a:schemeClr val="accent6"/>
          </a:solidFill>
        </p:spPr>
        <p:txBody>
          <a:bodyPr/>
          <a:lstStyle/>
          <a:p>
            <a:r>
              <a:rPr lang="en-US"/>
              <a:t>Click icon to add picture</a:t>
            </a:r>
          </a:p>
        </p:txBody>
      </p:sp>
      <p:sp>
        <p:nvSpPr>
          <p:cNvPr id="19" name="Picture Placeholder 17">
            <a:extLst>
              <a:ext uri="{FF2B5EF4-FFF2-40B4-BE49-F238E27FC236}">
                <a16:creationId xmlns:a16="http://schemas.microsoft.com/office/drawing/2014/main" id="{37E21EC2-9A85-4522-B6AD-3FF227CACDD7}"/>
              </a:ext>
            </a:extLst>
          </p:cNvPr>
          <p:cNvSpPr>
            <a:spLocks noGrp="1"/>
          </p:cNvSpPr>
          <p:nvPr>
            <p:ph type="pic" sz="quarter" idx="14"/>
          </p:nvPr>
        </p:nvSpPr>
        <p:spPr>
          <a:xfrm>
            <a:off x="758952" y="3593592"/>
            <a:ext cx="4562856" cy="2441448"/>
          </a:xfrm>
          <a:solidFill>
            <a:schemeClr val="accent6"/>
          </a:solidFill>
        </p:spPr>
        <p:txBody>
          <a:bodyPr/>
          <a:lstStyle/>
          <a:p>
            <a:r>
              <a:rPr lang="en-US"/>
              <a:t>Click icon to add picture</a:t>
            </a:r>
          </a:p>
        </p:txBody>
      </p:sp>
      <p:sp>
        <p:nvSpPr>
          <p:cNvPr id="16" name="Content Placeholder 1">
            <a:extLst>
              <a:ext uri="{FF2B5EF4-FFF2-40B4-BE49-F238E27FC236}">
                <a16:creationId xmlns:a16="http://schemas.microsoft.com/office/drawing/2014/main" id="{9F9D0834-E38A-4C71-95D5-A8A2B973AC09}"/>
              </a:ext>
            </a:extLst>
          </p:cNvPr>
          <p:cNvSpPr>
            <a:spLocks noGrp="1"/>
          </p:cNvSpPr>
          <p:nvPr>
            <p:ph idx="1"/>
          </p:nvPr>
        </p:nvSpPr>
        <p:spPr>
          <a:xfrm>
            <a:off x="6095998" y="2970213"/>
            <a:ext cx="4565651" cy="3125787"/>
          </a:xfrm>
        </p:spPr>
        <p:txBody>
          <a:bodyPr>
            <a:normAutofit/>
          </a:bodyPr>
          <a:lstStyle>
            <a:lvl1pPr marL="0" indent="0">
              <a:buNone/>
              <a:defRPr/>
            </a:lvl1pPr>
          </a:lstStyle>
          <a:p>
            <a:pPr lvl="0"/>
            <a:r>
              <a:rPr lang="en-US"/>
              <a:t>Click to edit Master text styles</a:t>
            </a:r>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r>
              <a:rPr lang="en-US"/>
              <a:t>3/1/20XX</a:t>
            </a:r>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198835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1D03AAFC-F6FA-4A24-BE1D-34AE6AD64CD3}"/>
              </a:ext>
              <a:ext uri="{C183D7F6-B498-43B3-948B-1728B52AA6E4}">
                <adec:decorative xmlns:adec="http://schemas.microsoft.com/office/drawing/2017/decorative" val="1"/>
              </a:ext>
            </a:extLst>
          </p:cNvPr>
          <p:cNvSpPr/>
          <p:nvPr userDrawn="1"/>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Picture Placeholder 11">
            <a:extLst>
              <a:ext uri="{FF2B5EF4-FFF2-40B4-BE49-F238E27FC236}">
                <a16:creationId xmlns:a16="http://schemas.microsoft.com/office/drawing/2014/main" id="{82190B39-D040-425A-9AD6-58A7533FEA6D}"/>
              </a:ext>
            </a:extLst>
          </p:cNvPr>
          <p:cNvSpPr>
            <a:spLocks noGrp="1"/>
          </p:cNvSpPr>
          <p:nvPr>
            <p:ph type="pic" sz="quarter" idx="13"/>
          </p:nvPr>
        </p:nvSpPr>
        <p:spPr>
          <a:xfrm>
            <a:off x="746760" y="756284"/>
            <a:ext cx="10698480" cy="5349240"/>
          </a:xfrm>
          <a:solidFill>
            <a:schemeClr val="accent6"/>
          </a:solidFill>
        </p:spPr>
        <p:txBody>
          <a:bodyPr/>
          <a:lstStyle/>
          <a:p>
            <a:r>
              <a:rPr lang="en-US"/>
              <a:t>Click icon to add picture</a:t>
            </a:r>
            <a:endParaRPr lang="en-US" dirty="0"/>
          </a:p>
        </p:txBody>
      </p:sp>
      <p:sp>
        <p:nvSpPr>
          <p:cNvPr id="15" name="Title 16">
            <a:extLst>
              <a:ext uri="{FF2B5EF4-FFF2-40B4-BE49-F238E27FC236}">
                <a16:creationId xmlns:a16="http://schemas.microsoft.com/office/drawing/2014/main" id="{8950CCE3-163E-46A1-B489-395F3F75FE34}"/>
              </a:ext>
            </a:extLst>
          </p:cNvPr>
          <p:cNvSpPr>
            <a:spLocks noGrp="1"/>
          </p:cNvSpPr>
          <p:nvPr>
            <p:ph type="ctrTitle"/>
          </p:nvPr>
        </p:nvSpPr>
        <p:spPr>
          <a:xfrm>
            <a:off x="7333488" y="1517904"/>
            <a:ext cx="3749040" cy="2796945"/>
          </a:xfrm>
        </p:spPr>
        <p:txBody>
          <a:bodyPr anchor="ctr">
            <a:normAutofit/>
          </a:bodyPr>
          <a:lstStyle>
            <a:lvl1pPr>
              <a:defRPr sz="6000"/>
            </a:lvl1pPr>
          </a:lstStyle>
          <a:p>
            <a:pPr algn="l"/>
            <a:r>
              <a:rPr lang="en-US"/>
              <a:t>Click to edit Master title style</a:t>
            </a:r>
            <a:endParaRPr lang="en-US" dirty="0"/>
          </a:p>
        </p:txBody>
      </p:sp>
      <p:sp>
        <p:nvSpPr>
          <p:cNvPr id="16" name="Subtitle 17">
            <a:extLst>
              <a:ext uri="{FF2B5EF4-FFF2-40B4-BE49-F238E27FC236}">
                <a16:creationId xmlns:a16="http://schemas.microsoft.com/office/drawing/2014/main" id="{81E38157-454C-44D5-8D2B-A220A53D780E}"/>
              </a:ext>
            </a:extLst>
          </p:cNvPr>
          <p:cNvSpPr>
            <a:spLocks noGrp="1"/>
          </p:cNvSpPr>
          <p:nvPr>
            <p:ph type="subTitle" idx="1"/>
          </p:nvPr>
        </p:nvSpPr>
        <p:spPr>
          <a:xfrm>
            <a:off x="7333488" y="4479368"/>
            <a:ext cx="3666744" cy="1616631"/>
          </a:xfrm>
        </p:spPr>
        <p:txBody>
          <a:bodyPr/>
          <a:lstStyle>
            <a:lvl1pPr marL="0" indent="0">
              <a:buNone/>
              <a:defRPr/>
            </a:lvl1pPr>
          </a:lstStyle>
          <a:p>
            <a:pPr algn="l"/>
            <a:r>
              <a:rPr lang="en-US"/>
              <a:t>Click to edit Master subtitle style</a:t>
            </a:r>
            <a:endParaRPr lang="en-US" dirty="0"/>
          </a:p>
        </p:txBody>
      </p:sp>
    </p:spTree>
    <p:extLst>
      <p:ext uri="{BB962C8B-B14F-4D97-AF65-F5344CB8AC3E}">
        <p14:creationId xmlns:p14="http://schemas.microsoft.com/office/powerpoint/2010/main" val="1730548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har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5BB2-C09C-49B0-BAFA-DE1801CD3E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A47C21-944D-47FE-9519-A255188371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A2AD668-6E19-425C-88F7-AF4220662C0D}"/>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C7CE36D-6B7B-4D5E-831E-34A4286D6E6A}"/>
              </a:ext>
            </a:extLst>
          </p:cNvPr>
          <p:cNvSpPr>
            <a:spLocks noGrp="1"/>
          </p:cNvSpPr>
          <p:nvPr>
            <p:ph type="dt" sz="half" idx="10"/>
          </p:nvPr>
        </p:nvSpPr>
        <p:spPr/>
        <p:txBody>
          <a:bodyPr/>
          <a:lstStyle/>
          <a:p>
            <a:r>
              <a:rPr lang="en-US"/>
              <a:t>3/1/20XX</a:t>
            </a:r>
          </a:p>
        </p:txBody>
      </p:sp>
      <p:sp>
        <p:nvSpPr>
          <p:cNvPr id="6" name="Slide Number Placeholder 5">
            <a:extLst>
              <a:ext uri="{FF2B5EF4-FFF2-40B4-BE49-F238E27FC236}">
                <a16:creationId xmlns:a16="http://schemas.microsoft.com/office/drawing/2014/main" id="{36905C53-CF7C-4936-9E35-1BEBD683626E}"/>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352512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EDA639-2F5C-4255-BE42-C41A5ABBC24D}"/>
              </a:ext>
              <a:ext uri="{C183D7F6-B498-43B3-948B-1728B52AA6E4}">
                <adec:decorative xmlns:adec="http://schemas.microsoft.com/office/drawing/2017/decorative" val="1"/>
              </a:ext>
            </a:extLst>
          </p:cNvPr>
          <p:cNvSpPr/>
          <p:nvPr userDrawn="1"/>
        </p:nvSpPr>
        <p:spPr>
          <a:xfrm>
            <a:off x="0" y="0"/>
            <a:ext cx="12192000" cy="6867524"/>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useBgFill="1">
        <p:nvSpPr>
          <p:cNvPr id="6" name="Rectangle 5">
            <a:extLst>
              <a:ext uri="{FF2B5EF4-FFF2-40B4-BE49-F238E27FC236}">
                <a16:creationId xmlns:a16="http://schemas.microsoft.com/office/drawing/2014/main" id="{E96D6DC8-1218-45DD-BCD3-DF21DFA5B10A}"/>
              </a:ext>
              <a:ext uri="{C183D7F6-B498-43B3-948B-1728B52AA6E4}">
                <adec:decorative xmlns:adec="http://schemas.microsoft.com/office/drawing/2017/decorative" val="1"/>
              </a:ext>
            </a:extLst>
          </p:cNvPr>
          <p:cNvSpPr/>
          <p:nvPr userDrawn="1"/>
        </p:nvSpPr>
        <p:spPr>
          <a:xfrm>
            <a:off x="762000" y="766762"/>
            <a:ext cx="10668000" cy="5334000"/>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8A58F504-65F1-4BFD-A987-54F78AD52D41}"/>
              </a:ext>
            </a:extLst>
          </p:cNvPr>
          <p:cNvSpPr>
            <a:spLocks noGrp="1"/>
          </p:cNvSpPr>
          <p:nvPr>
            <p:ph type="pic" sz="quarter" idx="13"/>
          </p:nvPr>
        </p:nvSpPr>
        <p:spPr>
          <a:xfrm>
            <a:off x="758952" y="749808"/>
            <a:ext cx="10744200" cy="5394960"/>
          </a:xfrm>
          <a:solidFill>
            <a:schemeClr val="accent6"/>
          </a:solidFill>
        </p:spPr>
        <p:txBody>
          <a:bodyPr/>
          <a:lstStyle/>
          <a:p>
            <a:r>
              <a:rPr lang="en-US"/>
              <a:t>Click icon to add picture</a:t>
            </a:r>
            <a:endParaRPr lang="en-US" dirty="0"/>
          </a:p>
        </p:txBody>
      </p:sp>
      <p:sp>
        <p:nvSpPr>
          <p:cNvPr id="13" name="Title 16">
            <a:extLst>
              <a:ext uri="{FF2B5EF4-FFF2-40B4-BE49-F238E27FC236}">
                <a16:creationId xmlns:a16="http://schemas.microsoft.com/office/drawing/2014/main" id="{0B9261BF-90C7-41A0-8711-97168C7479D9}"/>
              </a:ext>
            </a:extLst>
          </p:cNvPr>
          <p:cNvSpPr>
            <a:spLocks noGrp="1"/>
          </p:cNvSpPr>
          <p:nvPr>
            <p:ph type="ctrTitle"/>
          </p:nvPr>
        </p:nvSpPr>
        <p:spPr>
          <a:xfrm>
            <a:off x="6611112" y="1517904"/>
            <a:ext cx="4480560" cy="2796945"/>
          </a:xfrm>
        </p:spPr>
        <p:txBody>
          <a:bodyPr anchor="ctr">
            <a:normAutofit/>
          </a:bodyPr>
          <a:lstStyle>
            <a:lvl1pPr>
              <a:defRPr sz="4400"/>
            </a:lvl1pPr>
          </a:lstStyle>
          <a:p>
            <a:pPr algn="l"/>
            <a:r>
              <a:rPr lang="en-US"/>
              <a:t>Click to edit Master title style</a:t>
            </a:r>
            <a:endParaRPr lang="en-US" dirty="0"/>
          </a:p>
        </p:txBody>
      </p:sp>
      <p:sp>
        <p:nvSpPr>
          <p:cNvPr id="14" name="Subtitle 17">
            <a:extLst>
              <a:ext uri="{FF2B5EF4-FFF2-40B4-BE49-F238E27FC236}">
                <a16:creationId xmlns:a16="http://schemas.microsoft.com/office/drawing/2014/main" id="{305C0D07-994F-4143-B88E-32EED69E7F65}"/>
              </a:ext>
            </a:extLst>
          </p:cNvPr>
          <p:cNvSpPr>
            <a:spLocks noGrp="1"/>
          </p:cNvSpPr>
          <p:nvPr>
            <p:ph type="subTitle" idx="1"/>
          </p:nvPr>
        </p:nvSpPr>
        <p:spPr>
          <a:xfrm>
            <a:off x="6611112" y="4425696"/>
            <a:ext cx="4059936" cy="1189912"/>
          </a:xfrm>
        </p:spPr>
        <p:txBody>
          <a:bodyPr/>
          <a:lstStyle>
            <a:lvl1pPr marL="0" indent="0">
              <a:buNone/>
              <a:defRPr/>
            </a:lvl1pPr>
          </a:lstStyle>
          <a:p>
            <a:pPr algn="l"/>
            <a:r>
              <a:rPr lang="en-US"/>
              <a:t>Click to edit Master subtitle style</a:t>
            </a:r>
            <a:endParaRPr lang="en-US" dirty="0"/>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lvl1pPr>
              <a:defRPr>
                <a:solidFill>
                  <a:schemeClr val="bg1"/>
                </a:solidFill>
              </a:defRPr>
            </a:lvl1pPr>
          </a:lstStyle>
          <a:p>
            <a:r>
              <a:rPr lang="en-US"/>
              <a:t>3/1/20XX</a:t>
            </a:r>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lvl1pPr>
              <a:defRPr>
                <a:solidFill>
                  <a:schemeClr val="bg1"/>
                </a:solidFill>
              </a:defRPr>
            </a:lvl1pPr>
          </a:lstStyle>
          <a:p>
            <a:fld id="{CB1E4CB7-CB13-4810-BF18-BE31AFC64F93}" type="slidenum">
              <a:rPr lang="en-US" smtClean="0"/>
              <a:pPr/>
              <a:t>‹#›</a:t>
            </a:fld>
            <a:endParaRPr lang="en-US"/>
          </a:p>
        </p:txBody>
      </p:sp>
    </p:spTree>
    <p:extLst>
      <p:ext uri="{BB962C8B-B14F-4D97-AF65-F5344CB8AC3E}">
        <p14:creationId xmlns:p14="http://schemas.microsoft.com/office/powerpoint/2010/main" val="2822526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85A6-A4E6-4160-BE43-8146A9894647}"/>
              </a:ext>
            </a:extLst>
          </p:cNvPr>
          <p:cNvSpPr>
            <a:spLocks noGrp="1"/>
          </p:cNvSpPr>
          <p:nvPr>
            <p:ph type="title"/>
          </p:nvPr>
        </p:nvSpPr>
        <p:spPr/>
        <p:txBody>
          <a:bodyPr/>
          <a:lstStyle/>
          <a:p>
            <a:r>
              <a:rPr lang="en-US"/>
              <a:t>Click to edit Master title style</a:t>
            </a:r>
          </a:p>
        </p:txBody>
      </p:sp>
      <p:sp>
        <p:nvSpPr>
          <p:cNvPr id="29" name="Picture Placeholder 28">
            <a:extLst>
              <a:ext uri="{FF2B5EF4-FFF2-40B4-BE49-F238E27FC236}">
                <a16:creationId xmlns:a16="http://schemas.microsoft.com/office/drawing/2014/main" id="{26E6BD11-82A7-4729-AD05-B0676F9B1F5F}"/>
              </a:ext>
            </a:extLst>
          </p:cNvPr>
          <p:cNvSpPr>
            <a:spLocks noGrp="1"/>
          </p:cNvSpPr>
          <p:nvPr>
            <p:ph type="pic" sz="quarter" idx="21"/>
          </p:nvPr>
        </p:nvSpPr>
        <p:spPr>
          <a:xfrm>
            <a:off x="1504950" y="2861595"/>
            <a:ext cx="1828800" cy="1993392"/>
          </a:xfrm>
          <a:solidFill>
            <a:schemeClr val="accent6"/>
          </a:solidFill>
        </p:spPr>
        <p:txBody>
          <a:bodyPr/>
          <a:lstStyle/>
          <a:p>
            <a:r>
              <a:rPr lang="en-US"/>
              <a:t>Click icon to add picture</a:t>
            </a:r>
          </a:p>
        </p:txBody>
      </p:sp>
      <p:sp>
        <p:nvSpPr>
          <p:cNvPr id="19" name="Text Placeholder 18">
            <a:extLst>
              <a:ext uri="{FF2B5EF4-FFF2-40B4-BE49-F238E27FC236}">
                <a16:creationId xmlns:a16="http://schemas.microsoft.com/office/drawing/2014/main" id="{6E08135B-D6D5-401C-B151-CDCB20550F16}"/>
              </a:ext>
            </a:extLst>
          </p:cNvPr>
          <p:cNvSpPr>
            <a:spLocks noGrp="1"/>
          </p:cNvSpPr>
          <p:nvPr>
            <p:ph type="body" sz="quarter" idx="13" hasCustomPrompt="1"/>
          </p:nvPr>
        </p:nvSpPr>
        <p:spPr>
          <a:xfrm>
            <a:off x="1508760" y="4855464"/>
            <a:ext cx="1828800" cy="594360"/>
          </a:xfrm>
        </p:spPr>
        <p:txBody>
          <a:bodyPr anchor="b" anchorCtr="0">
            <a:normAutofit/>
          </a:bodyPr>
          <a:lstStyle>
            <a:lvl1pPr marL="0" indent="0">
              <a:buNone/>
              <a:defRPr sz="2000" b="1">
                <a:latin typeface="+mj-lt"/>
              </a:defRPr>
            </a:lvl1pPr>
            <a:lvl2pPr marL="365760" indent="0">
              <a:buFont typeface="Arial" panose="020B0604020202020204" pitchFamily="34" charset="0"/>
              <a:buNone/>
              <a:defRPr/>
            </a:lvl2pPr>
            <a:lvl3pPr marL="365760" indent="0">
              <a:buNone/>
              <a:defRPr/>
            </a:lvl3pPr>
            <a:lvl4pPr marL="640080" indent="0">
              <a:buFont typeface="Arial" panose="020B0604020202020204" pitchFamily="34" charset="0"/>
              <a:buNone/>
              <a:defRPr/>
            </a:lvl4pPr>
            <a:lvl5pPr marL="612648" indent="0">
              <a:buNone/>
              <a:defRPr/>
            </a:lvl5pPr>
          </a:lstStyle>
          <a:p>
            <a:pPr lvl="0"/>
            <a:r>
              <a:rPr lang="en-US" dirty="0"/>
              <a:t>Name</a:t>
            </a:r>
          </a:p>
        </p:txBody>
      </p:sp>
      <p:sp>
        <p:nvSpPr>
          <p:cNvPr id="21" name="Text Placeholder 20">
            <a:extLst>
              <a:ext uri="{FF2B5EF4-FFF2-40B4-BE49-F238E27FC236}">
                <a16:creationId xmlns:a16="http://schemas.microsoft.com/office/drawing/2014/main" id="{FA587696-63FF-4232-8879-488DFE1C31EA}"/>
              </a:ext>
            </a:extLst>
          </p:cNvPr>
          <p:cNvSpPr>
            <a:spLocks noGrp="1"/>
          </p:cNvSpPr>
          <p:nvPr>
            <p:ph type="body" sz="quarter" idx="14" hasCustomPrompt="1"/>
          </p:nvPr>
        </p:nvSpPr>
        <p:spPr>
          <a:xfrm>
            <a:off x="1504950" y="5468112"/>
            <a:ext cx="1828800" cy="594360"/>
          </a:xfrm>
        </p:spPr>
        <p:txBody>
          <a:bodyPr>
            <a:noAutofit/>
          </a:bodyPr>
          <a:lstStyle>
            <a:lvl1pPr marL="0" indent="0">
              <a:buNone/>
              <a:defRPr sz="1600"/>
            </a:lvl1pPr>
            <a:lvl2pPr marL="365760" indent="0">
              <a:buFont typeface="Arial" panose="020B0604020202020204" pitchFamily="34" charset="0"/>
              <a:buNone/>
              <a:defRPr sz="1600"/>
            </a:lvl2pPr>
            <a:lvl3pPr marL="365760" indent="0">
              <a:buNone/>
              <a:defRPr sz="1600"/>
            </a:lvl3pPr>
            <a:lvl4pPr marL="640080" indent="0">
              <a:buFont typeface="Arial" panose="020B0604020202020204" pitchFamily="34" charset="0"/>
              <a:buNone/>
              <a:defRPr sz="1600"/>
            </a:lvl4pPr>
            <a:lvl5pPr marL="612648" indent="0">
              <a:buNone/>
              <a:defRPr sz="1600"/>
            </a:lvl5pPr>
          </a:lstStyle>
          <a:p>
            <a:pPr lvl="0"/>
            <a:r>
              <a:rPr lang="en-US" dirty="0"/>
              <a:t>Title</a:t>
            </a:r>
          </a:p>
        </p:txBody>
      </p:sp>
      <p:sp>
        <p:nvSpPr>
          <p:cNvPr id="30" name="Picture Placeholder 28">
            <a:extLst>
              <a:ext uri="{FF2B5EF4-FFF2-40B4-BE49-F238E27FC236}">
                <a16:creationId xmlns:a16="http://schemas.microsoft.com/office/drawing/2014/main" id="{96507A97-E180-468F-B641-141DBA738642}"/>
              </a:ext>
            </a:extLst>
          </p:cNvPr>
          <p:cNvSpPr>
            <a:spLocks noGrp="1"/>
          </p:cNvSpPr>
          <p:nvPr>
            <p:ph type="pic" sz="quarter" idx="22"/>
          </p:nvPr>
        </p:nvSpPr>
        <p:spPr>
          <a:xfrm>
            <a:off x="3953511" y="2861595"/>
            <a:ext cx="1828800" cy="1993392"/>
          </a:xfrm>
          <a:solidFill>
            <a:schemeClr val="accent6"/>
          </a:solidFill>
        </p:spPr>
        <p:txBody>
          <a:bodyPr/>
          <a:lstStyle/>
          <a:p>
            <a:r>
              <a:rPr lang="en-US"/>
              <a:t>Click icon to add picture</a:t>
            </a:r>
          </a:p>
        </p:txBody>
      </p:sp>
      <p:sp>
        <p:nvSpPr>
          <p:cNvPr id="22" name="Text Placeholder 18">
            <a:extLst>
              <a:ext uri="{FF2B5EF4-FFF2-40B4-BE49-F238E27FC236}">
                <a16:creationId xmlns:a16="http://schemas.microsoft.com/office/drawing/2014/main" id="{49BB8F01-AE51-4455-BE0F-8972415A0C06}"/>
              </a:ext>
            </a:extLst>
          </p:cNvPr>
          <p:cNvSpPr>
            <a:spLocks noGrp="1"/>
          </p:cNvSpPr>
          <p:nvPr>
            <p:ph type="body" sz="quarter" idx="15" hasCustomPrompt="1"/>
          </p:nvPr>
        </p:nvSpPr>
        <p:spPr>
          <a:xfrm>
            <a:off x="3942757" y="4854889"/>
            <a:ext cx="1828800" cy="594360"/>
          </a:xfrm>
        </p:spPr>
        <p:txBody>
          <a:bodyPr anchor="b" anchorCtr="0">
            <a:normAutofit/>
          </a:bodyPr>
          <a:lstStyle>
            <a:lvl1pPr marL="0" indent="0">
              <a:buNone/>
              <a:defRPr sz="2000" b="1">
                <a:latin typeface="+mj-lt"/>
              </a:defRPr>
            </a:lvl1pPr>
            <a:lvl2pPr marL="365760" indent="0">
              <a:buFont typeface="Arial" panose="020B0604020202020204" pitchFamily="34" charset="0"/>
              <a:buNone/>
              <a:defRPr/>
            </a:lvl2pPr>
            <a:lvl3pPr marL="365760" indent="0">
              <a:buNone/>
              <a:defRPr/>
            </a:lvl3pPr>
            <a:lvl4pPr marL="640080" indent="0">
              <a:buFont typeface="Arial" panose="020B0604020202020204" pitchFamily="34" charset="0"/>
              <a:buNone/>
              <a:defRPr/>
            </a:lvl4pPr>
            <a:lvl5pPr marL="612648" indent="0">
              <a:buNone/>
              <a:defRPr/>
            </a:lvl5pPr>
          </a:lstStyle>
          <a:p>
            <a:pPr lvl="0"/>
            <a:r>
              <a:rPr lang="en-US" dirty="0"/>
              <a:t>Name</a:t>
            </a:r>
          </a:p>
        </p:txBody>
      </p:sp>
      <p:sp>
        <p:nvSpPr>
          <p:cNvPr id="23" name="Text Placeholder 20">
            <a:extLst>
              <a:ext uri="{FF2B5EF4-FFF2-40B4-BE49-F238E27FC236}">
                <a16:creationId xmlns:a16="http://schemas.microsoft.com/office/drawing/2014/main" id="{759D2442-D209-4F87-9F2C-19D73A2412D4}"/>
              </a:ext>
            </a:extLst>
          </p:cNvPr>
          <p:cNvSpPr>
            <a:spLocks noGrp="1"/>
          </p:cNvSpPr>
          <p:nvPr>
            <p:ph type="body" sz="quarter" idx="16" hasCustomPrompt="1"/>
          </p:nvPr>
        </p:nvSpPr>
        <p:spPr>
          <a:xfrm>
            <a:off x="3942757" y="5462491"/>
            <a:ext cx="1828800" cy="594360"/>
          </a:xfrm>
        </p:spPr>
        <p:txBody>
          <a:bodyPr>
            <a:noAutofit/>
          </a:bodyPr>
          <a:lstStyle>
            <a:lvl1pPr marL="0" indent="0">
              <a:buNone/>
              <a:defRPr sz="1600"/>
            </a:lvl1pPr>
            <a:lvl2pPr marL="365760" indent="0">
              <a:buFont typeface="Arial" panose="020B0604020202020204" pitchFamily="34" charset="0"/>
              <a:buNone/>
              <a:defRPr sz="1600"/>
            </a:lvl2pPr>
            <a:lvl3pPr marL="365760" indent="0">
              <a:buNone/>
              <a:defRPr sz="1600"/>
            </a:lvl3pPr>
            <a:lvl4pPr marL="640080" indent="0">
              <a:buFont typeface="Arial" panose="020B0604020202020204" pitchFamily="34" charset="0"/>
              <a:buNone/>
              <a:defRPr sz="1600"/>
            </a:lvl4pPr>
            <a:lvl5pPr marL="612648" indent="0">
              <a:buNone/>
              <a:defRPr sz="1600"/>
            </a:lvl5pPr>
          </a:lstStyle>
          <a:p>
            <a:pPr lvl="0"/>
            <a:r>
              <a:rPr lang="en-US" dirty="0"/>
              <a:t>Title</a:t>
            </a:r>
          </a:p>
        </p:txBody>
      </p:sp>
      <p:sp>
        <p:nvSpPr>
          <p:cNvPr id="31" name="Picture Placeholder 28">
            <a:extLst>
              <a:ext uri="{FF2B5EF4-FFF2-40B4-BE49-F238E27FC236}">
                <a16:creationId xmlns:a16="http://schemas.microsoft.com/office/drawing/2014/main" id="{A850442C-9915-406C-83D9-8EBE8AD3C243}"/>
              </a:ext>
            </a:extLst>
          </p:cNvPr>
          <p:cNvSpPr>
            <a:spLocks noGrp="1"/>
          </p:cNvSpPr>
          <p:nvPr>
            <p:ph type="pic" sz="quarter" idx="23"/>
          </p:nvPr>
        </p:nvSpPr>
        <p:spPr>
          <a:xfrm>
            <a:off x="6391656" y="2861595"/>
            <a:ext cx="1828800" cy="1993392"/>
          </a:xfrm>
          <a:solidFill>
            <a:schemeClr val="accent6"/>
          </a:solidFill>
        </p:spPr>
        <p:txBody>
          <a:bodyPr/>
          <a:lstStyle/>
          <a:p>
            <a:r>
              <a:rPr lang="en-US"/>
              <a:t>Click icon to add picture</a:t>
            </a:r>
          </a:p>
        </p:txBody>
      </p:sp>
      <p:sp>
        <p:nvSpPr>
          <p:cNvPr id="24" name="Text Placeholder 18">
            <a:extLst>
              <a:ext uri="{FF2B5EF4-FFF2-40B4-BE49-F238E27FC236}">
                <a16:creationId xmlns:a16="http://schemas.microsoft.com/office/drawing/2014/main" id="{A596F3D1-5D97-4111-B3D6-FE37290A6B3D}"/>
              </a:ext>
            </a:extLst>
          </p:cNvPr>
          <p:cNvSpPr>
            <a:spLocks noGrp="1"/>
          </p:cNvSpPr>
          <p:nvPr>
            <p:ph type="body" sz="quarter" idx="17" hasCustomPrompt="1"/>
          </p:nvPr>
        </p:nvSpPr>
        <p:spPr>
          <a:xfrm>
            <a:off x="6391656" y="4855464"/>
            <a:ext cx="1828800" cy="594360"/>
          </a:xfrm>
        </p:spPr>
        <p:txBody>
          <a:bodyPr anchor="b" anchorCtr="0">
            <a:normAutofit/>
          </a:bodyPr>
          <a:lstStyle>
            <a:lvl1pPr marL="0" indent="0">
              <a:buNone/>
              <a:defRPr sz="2000" b="1">
                <a:latin typeface="+mj-lt"/>
              </a:defRPr>
            </a:lvl1pPr>
            <a:lvl2pPr marL="365760" indent="0">
              <a:buFont typeface="Arial" panose="020B0604020202020204" pitchFamily="34" charset="0"/>
              <a:buNone/>
              <a:defRPr/>
            </a:lvl2pPr>
            <a:lvl3pPr marL="365760" indent="0">
              <a:buNone/>
              <a:defRPr/>
            </a:lvl3pPr>
            <a:lvl4pPr marL="640080" indent="0">
              <a:buFont typeface="Arial" panose="020B0604020202020204" pitchFamily="34" charset="0"/>
              <a:buNone/>
              <a:defRPr/>
            </a:lvl4pPr>
            <a:lvl5pPr marL="612648" indent="0">
              <a:buNone/>
              <a:defRPr/>
            </a:lvl5pPr>
          </a:lstStyle>
          <a:p>
            <a:pPr lvl="0"/>
            <a:r>
              <a:rPr lang="en-US" dirty="0"/>
              <a:t>Name</a:t>
            </a:r>
          </a:p>
        </p:txBody>
      </p:sp>
      <p:sp>
        <p:nvSpPr>
          <p:cNvPr id="25" name="Text Placeholder 20">
            <a:extLst>
              <a:ext uri="{FF2B5EF4-FFF2-40B4-BE49-F238E27FC236}">
                <a16:creationId xmlns:a16="http://schemas.microsoft.com/office/drawing/2014/main" id="{2D25C272-C21E-4078-818F-B12E10F1827C}"/>
              </a:ext>
            </a:extLst>
          </p:cNvPr>
          <p:cNvSpPr>
            <a:spLocks noGrp="1"/>
          </p:cNvSpPr>
          <p:nvPr>
            <p:ph type="body" sz="quarter" idx="18" hasCustomPrompt="1"/>
          </p:nvPr>
        </p:nvSpPr>
        <p:spPr>
          <a:xfrm>
            <a:off x="6391656" y="5468112"/>
            <a:ext cx="1828800" cy="594360"/>
          </a:xfrm>
        </p:spPr>
        <p:txBody>
          <a:bodyPr>
            <a:noAutofit/>
          </a:bodyPr>
          <a:lstStyle>
            <a:lvl1pPr marL="0" indent="0">
              <a:buNone/>
              <a:defRPr sz="1600"/>
            </a:lvl1pPr>
            <a:lvl2pPr marL="365760" indent="0">
              <a:buFont typeface="Arial" panose="020B0604020202020204" pitchFamily="34" charset="0"/>
              <a:buNone/>
              <a:defRPr sz="1600"/>
            </a:lvl2pPr>
            <a:lvl3pPr marL="365760" indent="0">
              <a:buNone/>
              <a:defRPr sz="1600"/>
            </a:lvl3pPr>
            <a:lvl4pPr marL="640080" indent="0">
              <a:buFont typeface="Arial" panose="020B0604020202020204" pitchFamily="34" charset="0"/>
              <a:buNone/>
              <a:defRPr sz="1600"/>
            </a:lvl4pPr>
            <a:lvl5pPr marL="612648" indent="0">
              <a:buNone/>
              <a:defRPr sz="1600"/>
            </a:lvl5pPr>
          </a:lstStyle>
          <a:p>
            <a:pPr lvl="0"/>
            <a:r>
              <a:rPr lang="en-US" dirty="0"/>
              <a:t>Title</a:t>
            </a:r>
          </a:p>
        </p:txBody>
      </p:sp>
      <p:sp>
        <p:nvSpPr>
          <p:cNvPr id="32" name="Picture Placeholder 28">
            <a:extLst>
              <a:ext uri="{FF2B5EF4-FFF2-40B4-BE49-F238E27FC236}">
                <a16:creationId xmlns:a16="http://schemas.microsoft.com/office/drawing/2014/main" id="{05393806-4E48-45A2-8BD7-0BA36566F3CC}"/>
              </a:ext>
            </a:extLst>
          </p:cNvPr>
          <p:cNvSpPr>
            <a:spLocks noGrp="1"/>
          </p:cNvSpPr>
          <p:nvPr>
            <p:ph type="pic" sz="quarter" idx="24"/>
          </p:nvPr>
        </p:nvSpPr>
        <p:spPr>
          <a:xfrm>
            <a:off x="8833104" y="2862072"/>
            <a:ext cx="1828800" cy="1993392"/>
          </a:xfrm>
          <a:solidFill>
            <a:schemeClr val="accent6"/>
          </a:solidFill>
        </p:spPr>
        <p:txBody>
          <a:bodyPr/>
          <a:lstStyle/>
          <a:p>
            <a:r>
              <a:rPr lang="en-US"/>
              <a:t>Click icon to add picture</a:t>
            </a:r>
          </a:p>
        </p:txBody>
      </p:sp>
      <p:sp>
        <p:nvSpPr>
          <p:cNvPr id="26" name="Text Placeholder 18">
            <a:extLst>
              <a:ext uri="{FF2B5EF4-FFF2-40B4-BE49-F238E27FC236}">
                <a16:creationId xmlns:a16="http://schemas.microsoft.com/office/drawing/2014/main" id="{DD19656C-C87E-4938-A66D-D6836DBC653A}"/>
              </a:ext>
            </a:extLst>
          </p:cNvPr>
          <p:cNvSpPr>
            <a:spLocks noGrp="1"/>
          </p:cNvSpPr>
          <p:nvPr>
            <p:ph type="body" sz="quarter" idx="19" hasCustomPrompt="1"/>
          </p:nvPr>
        </p:nvSpPr>
        <p:spPr>
          <a:xfrm>
            <a:off x="8825653" y="4855651"/>
            <a:ext cx="1828800" cy="594360"/>
          </a:xfrm>
        </p:spPr>
        <p:txBody>
          <a:bodyPr anchor="b" anchorCtr="0">
            <a:normAutofit/>
          </a:bodyPr>
          <a:lstStyle>
            <a:lvl1pPr marL="0" indent="0">
              <a:buNone/>
              <a:defRPr sz="2000" b="1">
                <a:latin typeface="+mj-lt"/>
              </a:defRPr>
            </a:lvl1pPr>
            <a:lvl2pPr marL="365760" indent="0">
              <a:buFont typeface="Arial" panose="020B0604020202020204" pitchFamily="34" charset="0"/>
              <a:buNone/>
              <a:defRPr/>
            </a:lvl2pPr>
            <a:lvl3pPr marL="365760" indent="0">
              <a:buNone/>
              <a:defRPr/>
            </a:lvl3pPr>
            <a:lvl4pPr marL="640080" indent="0">
              <a:buFont typeface="Arial" panose="020B0604020202020204" pitchFamily="34" charset="0"/>
              <a:buNone/>
              <a:defRPr/>
            </a:lvl4pPr>
            <a:lvl5pPr marL="612648" indent="0">
              <a:buNone/>
              <a:defRPr/>
            </a:lvl5pPr>
          </a:lstStyle>
          <a:p>
            <a:pPr lvl="0"/>
            <a:r>
              <a:rPr lang="en-US" dirty="0"/>
              <a:t>Name</a:t>
            </a:r>
          </a:p>
        </p:txBody>
      </p:sp>
      <p:sp>
        <p:nvSpPr>
          <p:cNvPr id="27" name="Text Placeholder 20">
            <a:extLst>
              <a:ext uri="{FF2B5EF4-FFF2-40B4-BE49-F238E27FC236}">
                <a16:creationId xmlns:a16="http://schemas.microsoft.com/office/drawing/2014/main" id="{DF55E1E1-7FB8-465C-B720-E39D43FFECC8}"/>
              </a:ext>
            </a:extLst>
          </p:cNvPr>
          <p:cNvSpPr>
            <a:spLocks noGrp="1"/>
          </p:cNvSpPr>
          <p:nvPr>
            <p:ph type="body" sz="quarter" idx="20" hasCustomPrompt="1"/>
          </p:nvPr>
        </p:nvSpPr>
        <p:spPr>
          <a:xfrm>
            <a:off x="8825653" y="5468299"/>
            <a:ext cx="1828800" cy="594360"/>
          </a:xfrm>
        </p:spPr>
        <p:txBody>
          <a:bodyPr>
            <a:noAutofit/>
          </a:bodyPr>
          <a:lstStyle>
            <a:lvl1pPr marL="0" indent="0">
              <a:buNone/>
              <a:defRPr sz="1600"/>
            </a:lvl1pPr>
            <a:lvl2pPr marL="365760" indent="0">
              <a:buFont typeface="Arial" panose="020B0604020202020204" pitchFamily="34" charset="0"/>
              <a:buNone/>
              <a:defRPr sz="1600"/>
            </a:lvl2pPr>
            <a:lvl3pPr marL="365760" indent="0">
              <a:buNone/>
              <a:defRPr sz="1600"/>
            </a:lvl3pPr>
            <a:lvl4pPr marL="640080" indent="0">
              <a:buFont typeface="Arial" panose="020B0604020202020204" pitchFamily="34" charset="0"/>
              <a:buNone/>
              <a:defRPr sz="1600"/>
            </a:lvl4pPr>
            <a:lvl5pPr marL="612648" indent="0">
              <a:buNone/>
              <a:defRPr sz="1600"/>
            </a:lvl5pPr>
          </a:lstStyle>
          <a:p>
            <a:pPr lvl="0"/>
            <a:r>
              <a:rPr lang="en-US" dirty="0"/>
              <a:t>Title</a:t>
            </a:r>
          </a:p>
        </p:txBody>
      </p:sp>
      <p:sp>
        <p:nvSpPr>
          <p:cNvPr id="4" name="Footer Placeholder 3">
            <a:extLst>
              <a:ext uri="{FF2B5EF4-FFF2-40B4-BE49-F238E27FC236}">
                <a16:creationId xmlns:a16="http://schemas.microsoft.com/office/drawing/2014/main" id="{4526116E-7A6D-485F-9FA2-25F94D4F40F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BA24A80-0792-4B3B-BB5A-8B2BD91095A7}"/>
              </a:ext>
            </a:extLst>
          </p:cNvPr>
          <p:cNvSpPr>
            <a:spLocks noGrp="1"/>
          </p:cNvSpPr>
          <p:nvPr>
            <p:ph type="dt" sz="half" idx="10"/>
          </p:nvPr>
        </p:nvSpPr>
        <p:spPr/>
        <p:txBody>
          <a:bodyPr/>
          <a:lstStyle/>
          <a:p>
            <a:r>
              <a:rPr lang="en-US"/>
              <a:t>3/1/20XX</a:t>
            </a:r>
          </a:p>
        </p:txBody>
      </p:sp>
      <p:sp>
        <p:nvSpPr>
          <p:cNvPr id="5" name="Slide Number Placeholder 4">
            <a:extLst>
              <a:ext uri="{FF2B5EF4-FFF2-40B4-BE49-F238E27FC236}">
                <a16:creationId xmlns:a16="http://schemas.microsoft.com/office/drawing/2014/main" id="{B309ADCC-C5F2-4D90-B153-93DF55858291}"/>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3986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85A6-A4E6-4160-BE43-8146A9894647}"/>
              </a:ext>
            </a:extLst>
          </p:cNvPr>
          <p:cNvSpPr>
            <a:spLocks noGrp="1"/>
          </p:cNvSpPr>
          <p:nvPr>
            <p:ph type="title"/>
          </p:nvPr>
        </p:nvSpPr>
        <p:spPr/>
        <p:txBody>
          <a:bodyPr/>
          <a:lstStyle/>
          <a:p>
            <a:r>
              <a:rPr lang="en-US"/>
              <a:t>Click to edit Master title style</a:t>
            </a:r>
          </a:p>
        </p:txBody>
      </p:sp>
      <p:sp>
        <p:nvSpPr>
          <p:cNvPr id="10" name="Content Placeholder 9">
            <a:extLst>
              <a:ext uri="{FF2B5EF4-FFF2-40B4-BE49-F238E27FC236}">
                <a16:creationId xmlns:a16="http://schemas.microsoft.com/office/drawing/2014/main" id="{B0FFFD15-4D1A-45CA-9374-373A700D366B}"/>
              </a:ext>
            </a:extLst>
          </p:cNvPr>
          <p:cNvSpPr>
            <a:spLocks noGrp="1"/>
          </p:cNvSpPr>
          <p:nvPr>
            <p:ph sz="quarter" idx="13"/>
          </p:nvPr>
        </p:nvSpPr>
        <p:spPr>
          <a:xfrm>
            <a:off x="838200" y="2181225"/>
            <a:ext cx="10515600" cy="3876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526116E-7A6D-485F-9FA2-25F94D4F40F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BA24A80-0792-4B3B-BB5A-8B2BD91095A7}"/>
              </a:ext>
            </a:extLst>
          </p:cNvPr>
          <p:cNvSpPr>
            <a:spLocks noGrp="1"/>
          </p:cNvSpPr>
          <p:nvPr>
            <p:ph type="dt" sz="half" idx="10"/>
          </p:nvPr>
        </p:nvSpPr>
        <p:spPr/>
        <p:txBody>
          <a:bodyPr/>
          <a:lstStyle/>
          <a:p>
            <a:r>
              <a:rPr lang="en-US"/>
              <a:t>3/1/20XX</a:t>
            </a:r>
          </a:p>
        </p:txBody>
      </p:sp>
      <p:sp>
        <p:nvSpPr>
          <p:cNvPr id="5" name="Slide Number Placeholder 4">
            <a:extLst>
              <a:ext uri="{FF2B5EF4-FFF2-40B4-BE49-F238E27FC236}">
                <a16:creationId xmlns:a16="http://schemas.microsoft.com/office/drawing/2014/main" id="{B309ADCC-C5F2-4D90-B153-93DF55858291}"/>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318376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2 column (comparison slid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9D22302-83E3-4E22-93DF-1E5D463B64C3}"/>
              </a:ext>
            </a:extLst>
          </p:cNvPr>
          <p:cNvSpPr>
            <a:spLocks noGrp="1"/>
          </p:cNvSpPr>
          <p:nvPr>
            <p:ph type="title"/>
          </p:nvPr>
        </p:nvSpPr>
        <p:spPr>
          <a:xfrm>
            <a:off x="1517904" y="1517904"/>
            <a:ext cx="9144000" cy="78714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E90CDE0-3FEB-42A0-8BCC-7DADE7D4A621}"/>
              </a:ext>
            </a:extLst>
          </p:cNvPr>
          <p:cNvSpPr>
            <a:spLocks noGrp="1"/>
          </p:cNvSpPr>
          <p:nvPr>
            <p:ph type="body" idx="1"/>
          </p:nvPr>
        </p:nvSpPr>
        <p:spPr>
          <a:xfrm>
            <a:off x="1517905" y="269671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778B8B-E9A3-44BE-85A6-3E316659A9B4}"/>
              </a:ext>
            </a:extLst>
          </p:cNvPr>
          <p:cNvSpPr>
            <a:spLocks noGrp="1"/>
          </p:cNvSpPr>
          <p:nvPr>
            <p:ph sz="half" idx="2"/>
          </p:nvPr>
        </p:nvSpPr>
        <p:spPr>
          <a:xfrm>
            <a:off x="1517904" y="3397337"/>
            <a:ext cx="4334256" cy="2449645"/>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0BF1BCA-A435-4779-A6FE-15207141F519}"/>
              </a:ext>
            </a:extLst>
          </p:cNvPr>
          <p:cNvSpPr>
            <a:spLocks noGrp="1"/>
          </p:cNvSpPr>
          <p:nvPr>
            <p:ph type="body" sz="quarter" idx="3"/>
          </p:nvPr>
        </p:nvSpPr>
        <p:spPr>
          <a:xfrm>
            <a:off x="6336792" y="269671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9B1923-9749-49E3-88FA-75C326E6719A}"/>
              </a:ext>
            </a:extLst>
          </p:cNvPr>
          <p:cNvSpPr>
            <a:spLocks noGrp="1"/>
          </p:cNvSpPr>
          <p:nvPr>
            <p:ph sz="quarter" idx="4"/>
          </p:nvPr>
        </p:nvSpPr>
        <p:spPr>
          <a:xfrm>
            <a:off x="6336792" y="3397337"/>
            <a:ext cx="4334256" cy="2449645"/>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576AF721-83FE-4B57-B910-C395D23FDE31}"/>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7F3A70F0-5AFA-4C5A-812B-220C6A38DB6B}"/>
              </a:ext>
            </a:extLst>
          </p:cNvPr>
          <p:cNvSpPr>
            <a:spLocks noGrp="1"/>
          </p:cNvSpPr>
          <p:nvPr>
            <p:ph type="dt" sz="half" idx="10"/>
          </p:nvPr>
        </p:nvSpPr>
        <p:spPr/>
        <p:txBody>
          <a:bodyPr/>
          <a:lstStyle/>
          <a:p>
            <a:r>
              <a:rPr lang="en-US"/>
              <a:t>3/1/20XX</a:t>
            </a:r>
          </a:p>
        </p:txBody>
      </p:sp>
      <p:sp>
        <p:nvSpPr>
          <p:cNvPr id="9" name="Slide Number Placeholder 8">
            <a:extLst>
              <a:ext uri="{FF2B5EF4-FFF2-40B4-BE49-F238E27FC236}">
                <a16:creationId xmlns:a16="http://schemas.microsoft.com/office/drawing/2014/main" id="{556A5893-52F1-44A1-AE8E-CF094DB41CFA}"/>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80283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9D22302-83E3-4E22-93DF-1E5D463B64C3}"/>
              </a:ext>
            </a:extLst>
          </p:cNvPr>
          <p:cNvSpPr>
            <a:spLocks noGrp="1"/>
          </p:cNvSpPr>
          <p:nvPr>
            <p:ph type="title"/>
          </p:nvPr>
        </p:nvSpPr>
        <p:spPr>
          <a:xfrm>
            <a:off x="1517904" y="1517904"/>
            <a:ext cx="9144000" cy="78638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E90CDE0-3FEB-42A0-8BCC-7DADE7D4A621}"/>
              </a:ext>
            </a:extLst>
          </p:cNvPr>
          <p:cNvSpPr>
            <a:spLocks noGrp="1"/>
          </p:cNvSpPr>
          <p:nvPr>
            <p:ph type="body" idx="1"/>
          </p:nvPr>
        </p:nvSpPr>
        <p:spPr>
          <a:xfrm>
            <a:off x="1517905" y="2697480"/>
            <a:ext cx="2971800"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778B8B-E9A3-44BE-85A6-3E316659A9B4}"/>
              </a:ext>
            </a:extLst>
          </p:cNvPr>
          <p:cNvSpPr>
            <a:spLocks noGrp="1"/>
          </p:cNvSpPr>
          <p:nvPr>
            <p:ph sz="half" idx="2"/>
          </p:nvPr>
        </p:nvSpPr>
        <p:spPr>
          <a:xfrm>
            <a:off x="1517904" y="3401568"/>
            <a:ext cx="2971800" cy="2449645"/>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a:extLst>
              <a:ext uri="{FF2B5EF4-FFF2-40B4-BE49-F238E27FC236}">
                <a16:creationId xmlns:a16="http://schemas.microsoft.com/office/drawing/2014/main" id="{D13F3BC3-6D4F-4A91-9397-DEB976DF5B59}"/>
              </a:ext>
            </a:extLst>
          </p:cNvPr>
          <p:cNvSpPr>
            <a:spLocks noGrp="1"/>
          </p:cNvSpPr>
          <p:nvPr>
            <p:ph type="body" sz="quarter" idx="13"/>
          </p:nvPr>
        </p:nvSpPr>
        <p:spPr>
          <a:xfrm>
            <a:off x="4622292" y="2697480"/>
            <a:ext cx="2971800"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5">
            <a:extLst>
              <a:ext uri="{FF2B5EF4-FFF2-40B4-BE49-F238E27FC236}">
                <a16:creationId xmlns:a16="http://schemas.microsoft.com/office/drawing/2014/main" id="{A336BAA8-288D-4A65-AF12-E44ED08AF83A}"/>
              </a:ext>
            </a:extLst>
          </p:cNvPr>
          <p:cNvSpPr>
            <a:spLocks noGrp="1"/>
          </p:cNvSpPr>
          <p:nvPr>
            <p:ph sz="quarter" idx="14"/>
          </p:nvPr>
        </p:nvSpPr>
        <p:spPr>
          <a:xfrm>
            <a:off x="4622292" y="3401568"/>
            <a:ext cx="2971800" cy="2449645"/>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0BF1BCA-A435-4779-A6FE-15207141F519}"/>
              </a:ext>
            </a:extLst>
          </p:cNvPr>
          <p:cNvSpPr>
            <a:spLocks noGrp="1"/>
          </p:cNvSpPr>
          <p:nvPr>
            <p:ph type="body" sz="quarter" idx="3"/>
          </p:nvPr>
        </p:nvSpPr>
        <p:spPr>
          <a:xfrm>
            <a:off x="7698867" y="2697480"/>
            <a:ext cx="2971800"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9B1923-9749-49E3-88FA-75C326E6719A}"/>
              </a:ext>
            </a:extLst>
          </p:cNvPr>
          <p:cNvSpPr>
            <a:spLocks noGrp="1"/>
          </p:cNvSpPr>
          <p:nvPr>
            <p:ph sz="quarter" idx="4"/>
          </p:nvPr>
        </p:nvSpPr>
        <p:spPr>
          <a:xfrm>
            <a:off x="7698867" y="3401568"/>
            <a:ext cx="2971800" cy="2449645"/>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576AF721-83FE-4B57-B910-C395D23FDE31}"/>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7F3A70F0-5AFA-4C5A-812B-220C6A38DB6B}"/>
              </a:ext>
            </a:extLst>
          </p:cNvPr>
          <p:cNvSpPr>
            <a:spLocks noGrp="1"/>
          </p:cNvSpPr>
          <p:nvPr>
            <p:ph type="dt" sz="half" idx="10"/>
          </p:nvPr>
        </p:nvSpPr>
        <p:spPr/>
        <p:txBody>
          <a:bodyPr/>
          <a:lstStyle/>
          <a:p>
            <a:r>
              <a:rPr lang="en-US"/>
              <a:t>3/1/20XX</a:t>
            </a:r>
          </a:p>
        </p:txBody>
      </p:sp>
      <p:sp>
        <p:nvSpPr>
          <p:cNvPr id="9" name="Slide Number Placeholder 8">
            <a:extLst>
              <a:ext uri="{FF2B5EF4-FFF2-40B4-BE49-F238E27FC236}">
                <a16:creationId xmlns:a16="http://schemas.microsoft.com/office/drawing/2014/main" id="{556A5893-52F1-44A1-AE8E-CF094DB41CFA}"/>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242720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85388F8-94ED-41CA-A4EE-E0FA1CAC03B2}"/>
              </a:ext>
              <a:ext uri="{C183D7F6-B498-43B3-948B-1728B52AA6E4}">
                <adec:decorative xmlns:adec="http://schemas.microsoft.com/office/drawing/2017/decorative" val="1"/>
              </a:ext>
            </a:extLst>
          </p:cNvPr>
          <p:cNvSpPr/>
          <p:nvPr userDrawn="1"/>
        </p:nvSpPr>
        <p:spPr>
          <a:xfrm>
            <a:off x="0" y="-1"/>
            <a:ext cx="12192000" cy="6099050"/>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62753702-3230-4BA6-A3F8-5783540BC1F6}"/>
              </a:ext>
              <a:ext uri="{C183D7F6-B498-43B3-948B-1728B52AA6E4}">
                <adec:decorative xmlns:adec="http://schemas.microsoft.com/office/drawing/2017/decorative" val="1"/>
              </a:ext>
            </a:extLst>
          </p:cNvPr>
          <p:cNvSpPr/>
          <p:nvPr userDrawn="1"/>
        </p:nvSpPr>
        <p:spPr>
          <a:xfrm>
            <a:off x="762000" y="758951"/>
            <a:ext cx="10668000" cy="5550410"/>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2">
            <a:extLst>
              <a:ext uri="{FF2B5EF4-FFF2-40B4-BE49-F238E27FC236}">
                <a16:creationId xmlns:a16="http://schemas.microsoft.com/office/drawing/2014/main" id="{22B9C48D-0714-4941-A2BB-36340F697D5E}"/>
              </a:ext>
            </a:extLst>
          </p:cNvPr>
          <p:cNvSpPr>
            <a:spLocks noGrp="1"/>
          </p:cNvSpPr>
          <p:nvPr>
            <p:ph type="title"/>
          </p:nvPr>
        </p:nvSpPr>
        <p:spPr>
          <a:xfrm>
            <a:off x="5411874" y="1517903"/>
            <a:ext cx="5250030" cy="1345115"/>
          </a:xfrm>
        </p:spPr>
        <p:txBody>
          <a:body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A478133-AD69-45A3-8FE5-EBD28FD2FACB}"/>
              </a:ext>
            </a:extLst>
          </p:cNvPr>
          <p:cNvSpPr>
            <a:spLocks noGrp="1"/>
          </p:cNvSpPr>
          <p:nvPr>
            <p:ph type="pic" sz="quarter" idx="13"/>
          </p:nvPr>
        </p:nvSpPr>
        <p:spPr>
          <a:xfrm>
            <a:off x="758952" y="758952"/>
            <a:ext cx="1947672" cy="2670048"/>
          </a:xfrm>
          <a:solidFill>
            <a:schemeClr val="accent6"/>
          </a:solidFill>
        </p:spPr>
        <p:txBody>
          <a:bodyPr/>
          <a:lstStyle/>
          <a:p>
            <a:r>
              <a:rPr lang="en-US"/>
              <a:t>Click icon to add picture</a:t>
            </a:r>
            <a:endParaRPr lang="en-US" dirty="0"/>
          </a:p>
        </p:txBody>
      </p:sp>
      <p:sp>
        <p:nvSpPr>
          <p:cNvPr id="16" name="Picture Placeholder 13">
            <a:extLst>
              <a:ext uri="{FF2B5EF4-FFF2-40B4-BE49-F238E27FC236}">
                <a16:creationId xmlns:a16="http://schemas.microsoft.com/office/drawing/2014/main" id="{F2E72FA7-6D23-4F38-9A7B-A0EB41E53416}"/>
              </a:ext>
            </a:extLst>
          </p:cNvPr>
          <p:cNvSpPr>
            <a:spLocks noGrp="1"/>
          </p:cNvSpPr>
          <p:nvPr>
            <p:ph type="pic" sz="quarter" idx="15"/>
          </p:nvPr>
        </p:nvSpPr>
        <p:spPr>
          <a:xfrm>
            <a:off x="758952" y="3424237"/>
            <a:ext cx="1947672" cy="2679192"/>
          </a:xfrm>
          <a:solidFill>
            <a:schemeClr val="accent6"/>
          </a:solidFill>
        </p:spPr>
        <p:txBody>
          <a:bodyPr/>
          <a:lstStyle/>
          <a:p>
            <a:r>
              <a:rPr lang="en-US"/>
              <a:t>Click icon to add picture</a:t>
            </a:r>
          </a:p>
        </p:txBody>
      </p:sp>
      <p:sp>
        <p:nvSpPr>
          <p:cNvPr id="15" name="Picture Placeholder 13">
            <a:extLst>
              <a:ext uri="{FF2B5EF4-FFF2-40B4-BE49-F238E27FC236}">
                <a16:creationId xmlns:a16="http://schemas.microsoft.com/office/drawing/2014/main" id="{27DAE17D-48FA-4EE7-9630-D65727343897}"/>
              </a:ext>
            </a:extLst>
          </p:cNvPr>
          <p:cNvSpPr>
            <a:spLocks noGrp="1"/>
          </p:cNvSpPr>
          <p:nvPr>
            <p:ph type="pic" sz="quarter" idx="14"/>
          </p:nvPr>
        </p:nvSpPr>
        <p:spPr>
          <a:xfrm>
            <a:off x="2706624" y="758952"/>
            <a:ext cx="1947672" cy="2670048"/>
          </a:xfrm>
          <a:solidFill>
            <a:schemeClr val="accent6"/>
          </a:solidFill>
        </p:spPr>
        <p:txBody>
          <a:bodyPr/>
          <a:lstStyle/>
          <a:p>
            <a:r>
              <a:rPr lang="en-US"/>
              <a:t>Click icon to add picture</a:t>
            </a:r>
          </a:p>
        </p:txBody>
      </p:sp>
      <p:sp>
        <p:nvSpPr>
          <p:cNvPr id="17" name="Picture Placeholder 13">
            <a:extLst>
              <a:ext uri="{FF2B5EF4-FFF2-40B4-BE49-F238E27FC236}">
                <a16:creationId xmlns:a16="http://schemas.microsoft.com/office/drawing/2014/main" id="{093DB7BE-4947-4B5D-B8E4-59505E49A06A}"/>
              </a:ext>
            </a:extLst>
          </p:cNvPr>
          <p:cNvSpPr>
            <a:spLocks noGrp="1"/>
          </p:cNvSpPr>
          <p:nvPr>
            <p:ph type="pic" sz="quarter" idx="16"/>
          </p:nvPr>
        </p:nvSpPr>
        <p:spPr>
          <a:xfrm>
            <a:off x="2706624" y="3424237"/>
            <a:ext cx="1947672" cy="2679192"/>
          </a:xfrm>
          <a:solidFill>
            <a:schemeClr val="accent6"/>
          </a:solidFill>
        </p:spPr>
        <p:txBody>
          <a:bodyPr/>
          <a:lstStyle/>
          <a:p>
            <a:r>
              <a:rPr lang="en-US"/>
              <a:t>Click icon to add picture</a:t>
            </a:r>
          </a:p>
        </p:txBody>
      </p:sp>
      <p:sp>
        <p:nvSpPr>
          <p:cNvPr id="12" name="Content Placeholder 13">
            <a:extLst>
              <a:ext uri="{FF2B5EF4-FFF2-40B4-BE49-F238E27FC236}">
                <a16:creationId xmlns:a16="http://schemas.microsoft.com/office/drawing/2014/main" id="{D0C77CEA-908E-4A02-B347-F376CEC25E57}"/>
              </a:ext>
            </a:extLst>
          </p:cNvPr>
          <p:cNvSpPr>
            <a:spLocks noGrp="1"/>
          </p:cNvSpPr>
          <p:nvPr>
            <p:ph idx="1"/>
          </p:nvPr>
        </p:nvSpPr>
        <p:spPr>
          <a:xfrm>
            <a:off x="5411874" y="2970222"/>
            <a:ext cx="5250030" cy="3128826"/>
          </a:xfrm>
        </p:spPr>
        <p:txBody>
          <a:bodyPr>
            <a:normAutofit/>
          </a:bodyPr>
          <a:lstStyle>
            <a:lvl1pPr marL="0" indent="0">
              <a:lnSpc>
                <a:spcPct val="100000"/>
              </a:lnSpc>
              <a:spcBef>
                <a:spcPts val="0"/>
              </a:spcBef>
              <a:buNone/>
              <a:defRPr sz="2200"/>
            </a:lvl1pPr>
          </a:lstStyle>
          <a:p>
            <a:pPr lvl="0"/>
            <a:r>
              <a:rPr lang="en-US"/>
              <a:t>Click to edit Master text styles</a:t>
            </a:r>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r>
              <a:rPr lang="en-US"/>
              <a:t>3/1/20XX</a:t>
            </a:r>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30131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53A25B7-A924-4C03-8022-000A9EA88D1A}"/>
              </a:ext>
              <a:ext uri="{C183D7F6-B498-43B3-948B-1728B52AA6E4}">
                <adec:decorative xmlns:adec="http://schemas.microsoft.com/office/drawing/2017/decorative" val="1"/>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E3A68D8-CB71-4A41-B029-626BD6912875}"/>
              </a:ext>
              <a:ext uri="{C183D7F6-B498-43B3-948B-1728B52AA6E4}">
                <adec:decorative xmlns:adec="http://schemas.microsoft.com/office/drawing/2017/decorative" val="1"/>
              </a:ext>
            </a:extLst>
          </p:cNvPr>
          <p:cNvSpPr/>
          <p:nvPr userDrawn="1"/>
        </p:nvSpPr>
        <p:spPr>
          <a:xfrm>
            <a:off x="-1" y="-9524"/>
            <a:ext cx="12192000" cy="6105524"/>
          </a:xfrm>
          <a:prstGeom prst="rect">
            <a:avLst/>
          </a:prstGeom>
          <a:gradFill flip="none" rotWithShape="1">
            <a:gsLst>
              <a:gs pos="10000">
                <a:schemeClr val="accent5"/>
              </a:gs>
              <a:gs pos="90000">
                <a:schemeClr val="accent1"/>
              </a:gs>
              <a:gs pos="70000">
                <a:schemeClr val="accent2"/>
              </a:gs>
              <a:gs pos="30000">
                <a:schemeClr val="accent4"/>
              </a:gs>
              <a:gs pos="50000">
                <a:srgbClr val="FCEA37"/>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9ECFC55D-2CEE-47A4-9ACA-D6C78D236982}"/>
              </a:ext>
              <a:ext uri="{C183D7F6-B498-43B3-948B-1728B52AA6E4}">
                <adec:decorative xmlns:adec="http://schemas.microsoft.com/office/drawing/2017/decorative" val="1"/>
              </a:ext>
            </a:extLst>
          </p:cNvPr>
          <p:cNvSpPr/>
          <p:nvPr userDrawn="1"/>
        </p:nvSpPr>
        <p:spPr>
          <a:xfrm>
            <a:off x="-2" y="-9523"/>
            <a:ext cx="11430001" cy="6105523"/>
          </a:xfrm>
          <a:custGeom>
            <a:avLst/>
            <a:gdLst>
              <a:gd name="connsiteX0" fmla="*/ 0 w 11430001"/>
              <a:gd name="connsiteY0" fmla="*/ 0 h 6105523"/>
              <a:gd name="connsiteX1" fmla="*/ 7874003 w 11430001"/>
              <a:gd name="connsiteY1" fmla="*/ 0 h 6105523"/>
              <a:gd name="connsiteX2" fmla="*/ 7874003 w 11430001"/>
              <a:gd name="connsiteY2" fmla="*/ 771522 h 6105523"/>
              <a:gd name="connsiteX3" fmla="*/ 11430001 w 11430001"/>
              <a:gd name="connsiteY3" fmla="*/ 771522 h 6105523"/>
              <a:gd name="connsiteX4" fmla="*/ 11430001 w 11430001"/>
              <a:gd name="connsiteY4" fmla="*/ 6105523 h 6105523"/>
              <a:gd name="connsiteX5" fmla="*/ 7874003 w 11430001"/>
              <a:gd name="connsiteY5" fmla="*/ 6105523 h 6105523"/>
              <a:gd name="connsiteX6" fmla="*/ 5334002 w 11430001"/>
              <a:gd name="connsiteY6" fmla="*/ 6105523 h 6105523"/>
              <a:gd name="connsiteX7" fmla="*/ 0 w 11430001"/>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1" h="6105523">
                <a:moveTo>
                  <a:pt x="0" y="0"/>
                </a:moveTo>
                <a:lnTo>
                  <a:pt x="7874003" y="0"/>
                </a:lnTo>
                <a:lnTo>
                  <a:pt x="7874003" y="771522"/>
                </a:lnTo>
                <a:lnTo>
                  <a:pt x="11430001" y="771522"/>
                </a:lnTo>
                <a:lnTo>
                  <a:pt x="11430001" y="6105523"/>
                </a:lnTo>
                <a:lnTo>
                  <a:pt x="7874003" y="6105523"/>
                </a:lnTo>
                <a:lnTo>
                  <a:pt x="5334002" y="6105523"/>
                </a:lnTo>
                <a:lnTo>
                  <a:pt x="0" y="6105523"/>
                </a:lnTo>
                <a:close/>
              </a:path>
            </a:pathLst>
          </a:custGeom>
          <a:ln w="508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Title 5">
            <a:extLst>
              <a:ext uri="{FF2B5EF4-FFF2-40B4-BE49-F238E27FC236}">
                <a16:creationId xmlns:a16="http://schemas.microsoft.com/office/drawing/2014/main" id="{00406F9C-B330-46B3-A03C-15F85CD76061}"/>
              </a:ext>
            </a:extLst>
          </p:cNvPr>
          <p:cNvSpPr>
            <a:spLocks noGrp="1"/>
          </p:cNvSpPr>
          <p:nvPr>
            <p:ph type="title"/>
          </p:nvPr>
        </p:nvSpPr>
        <p:spPr>
          <a:xfrm>
            <a:off x="762000" y="3822282"/>
            <a:ext cx="5012266" cy="2273710"/>
          </a:xfrm>
        </p:spPr>
        <p:txBody>
          <a:bodyPr anchor="t"/>
          <a:lstStyle>
            <a:lvl1pPr>
              <a:defRPr sz="4200"/>
            </a:lvl1pPr>
          </a:lstStyle>
          <a:p>
            <a:r>
              <a:rPr lang="en-US"/>
              <a:t>Click to edit Master title style</a:t>
            </a:r>
            <a:endParaRPr lang="en-US" dirty="0"/>
          </a:p>
        </p:txBody>
      </p:sp>
      <p:sp>
        <p:nvSpPr>
          <p:cNvPr id="21" name="Picture Placeholder 20">
            <a:extLst>
              <a:ext uri="{FF2B5EF4-FFF2-40B4-BE49-F238E27FC236}">
                <a16:creationId xmlns:a16="http://schemas.microsoft.com/office/drawing/2014/main" id="{34FC9061-555D-4FE2-ABE9-07A195BC022E}"/>
              </a:ext>
            </a:extLst>
          </p:cNvPr>
          <p:cNvSpPr>
            <a:spLocks noGrp="1"/>
          </p:cNvSpPr>
          <p:nvPr>
            <p:ph type="pic" sz="quarter" idx="13"/>
          </p:nvPr>
        </p:nvSpPr>
        <p:spPr>
          <a:xfrm>
            <a:off x="758952" y="761988"/>
            <a:ext cx="3566160" cy="2660904"/>
          </a:xfrm>
          <a:solidFill>
            <a:schemeClr val="accent6"/>
          </a:solidFill>
        </p:spPr>
        <p:txBody>
          <a:bodyPr/>
          <a:lstStyle/>
          <a:p>
            <a:r>
              <a:rPr lang="en-US"/>
              <a:t>Click icon to add picture</a:t>
            </a:r>
          </a:p>
        </p:txBody>
      </p:sp>
      <p:sp>
        <p:nvSpPr>
          <p:cNvPr id="22" name="Picture Placeholder 20">
            <a:extLst>
              <a:ext uri="{FF2B5EF4-FFF2-40B4-BE49-F238E27FC236}">
                <a16:creationId xmlns:a16="http://schemas.microsoft.com/office/drawing/2014/main" id="{7C8788B5-2964-4199-A168-84BDEBE3E9A7}"/>
              </a:ext>
            </a:extLst>
          </p:cNvPr>
          <p:cNvSpPr>
            <a:spLocks noGrp="1"/>
          </p:cNvSpPr>
          <p:nvPr>
            <p:ph type="pic" sz="quarter" idx="14"/>
          </p:nvPr>
        </p:nvSpPr>
        <p:spPr>
          <a:xfrm>
            <a:off x="4294632" y="761980"/>
            <a:ext cx="3566160" cy="2660904"/>
          </a:xfrm>
          <a:solidFill>
            <a:schemeClr val="accent6"/>
          </a:solidFill>
        </p:spPr>
        <p:txBody>
          <a:bodyPr/>
          <a:lstStyle/>
          <a:p>
            <a:r>
              <a:rPr lang="en-US"/>
              <a:t>Click icon to add picture</a:t>
            </a:r>
          </a:p>
        </p:txBody>
      </p:sp>
      <p:sp>
        <p:nvSpPr>
          <p:cNvPr id="23" name="Picture Placeholder 20">
            <a:extLst>
              <a:ext uri="{FF2B5EF4-FFF2-40B4-BE49-F238E27FC236}">
                <a16:creationId xmlns:a16="http://schemas.microsoft.com/office/drawing/2014/main" id="{D4B5D4A5-C34C-4703-AFB6-DA982B6FF83B}"/>
              </a:ext>
            </a:extLst>
          </p:cNvPr>
          <p:cNvSpPr>
            <a:spLocks noGrp="1"/>
          </p:cNvSpPr>
          <p:nvPr>
            <p:ph type="pic" sz="quarter" idx="15"/>
          </p:nvPr>
        </p:nvSpPr>
        <p:spPr>
          <a:xfrm>
            <a:off x="7859598" y="761980"/>
            <a:ext cx="3566160" cy="2660904"/>
          </a:xfrm>
          <a:solidFill>
            <a:schemeClr val="accent6"/>
          </a:solidFill>
        </p:spPr>
        <p:txBody>
          <a:bodyPr/>
          <a:lstStyle/>
          <a:p>
            <a:r>
              <a:rPr lang="en-US"/>
              <a:t>Click icon to add picture</a:t>
            </a:r>
            <a:endParaRPr lang="en-US" dirty="0"/>
          </a:p>
        </p:txBody>
      </p:sp>
      <p:sp>
        <p:nvSpPr>
          <p:cNvPr id="19" name="Content Placeholder 1">
            <a:extLst>
              <a:ext uri="{FF2B5EF4-FFF2-40B4-BE49-F238E27FC236}">
                <a16:creationId xmlns:a16="http://schemas.microsoft.com/office/drawing/2014/main" id="{8CA9663F-19C9-4799-8B97-333815BF6A4F}"/>
              </a:ext>
            </a:extLst>
          </p:cNvPr>
          <p:cNvSpPr>
            <a:spLocks noGrp="1"/>
          </p:cNvSpPr>
          <p:nvPr>
            <p:ph idx="1"/>
          </p:nvPr>
        </p:nvSpPr>
        <p:spPr>
          <a:xfrm>
            <a:off x="6417734" y="3822282"/>
            <a:ext cx="4607484" cy="2273710"/>
          </a:xfrm>
        </p:spPr>
        <p:txBody>
          <a:bodyPr anchor="t">
            <a:normAutofit/>
          </a:bodyPr>
          <a:lstStyle>
            <a:lvl1pPr marL="0" indent="0">
              <a:buNone/>
              <a:defRPr/>
            </a:lvl1pPr>
          </a:lstStyle>
          <a:p>
            <a:pPr lvl="0"/>
            <a:r>
              <a:rPr lang="en-US"/>
              <a:t>Click to edit Master text styles</a:t>
            </a:r>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r>
              <a:rPr lang="en-US"/>
              <a:t>3/1/20XX</a:t>
            </a:r>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113379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B1D84C-7934-4E5B-B6E4-A1D6EC299551}"/>
              </a:ext>
            </a:extLst>
          </p:cNvPr>
          <p:cNvSpPr>
            <a:spLocks noGrp="1"/>
          </p:cNvSpPr>
          <p:nvPr>
            <p:ph type="title"/>
          </p:nvPr>
        </p:nvSpPr>
        <p:spPr>
          <a:xfrm>
            <a:off x="1517904" y="1517904"/>
            <a:ext cx="9144000" cy="134416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F6A990F-40AC-447A-964A-840C94A6471A}"/>
              </a:ext>
            </a:extLst>
          </p:cNvPr>
          <p:cNvSpPr>
            <a:spLocks noGrp="1"/>
          </p:cNvSpPr>
          <p:nvPr>
            <p:ph type="body" idx="1"/>
          </p:nvPr>
        </p:nvSpPr>
        <p:spPr>
          <a:xfrm>
            <a:off x="1517904" y="2971800"/>
            <a:ext cx="9144000" cy="31272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7D832A1-FFBA-48B6-B2D0-E5414F12838B}"/>
              </a:ext>
            </a:extLst>
          </p:cNvPr>
          <p:cNvSpPr>
            <a:spLocks noGrp="1"/>
          </p:cNvSpPr>
          <p:nvPr>
            <p:ph type="dt" sz="half" idx="2"/>
          </p:nvPr>
        </p:nvSpPr>
        <p:spPr>
          <a:xfrm>
            <a:off x="8805672" y="6400800"/>
            <a:ext cx="1865376" cy="365125"/>
          </a:xfrm>
          <a:prstGeom prst="rect">
            <a:avLst/>
          </a:prstGeom>
        </p:spPr>
        <p:txBody>
          <a:bodyPr vert="horz" lIns="91440" tIns="45720" rIns="91440" bIns="45720" rtlCol="0" anchor="ctr"/>
          <a:lstStyle>
            <a:lvl1pPr algn="r">
              <a:defRPr sz="1000">
                <a:solidFill>
                  <a:schemeClr val="tx1"/>
                </a:solidFill>
              </a:defRPr>
            </a:lvl1pPr>
          </a:lstStyle>
          <a:p>
            <a:pPr algn="r"/>
            <a:r>
              <a:rPr lang="en-US"/>
              <a:t>3/1/20XX</a:t>
            </a:r>
            <a:endParaRPr lang="en-US" dirty="0"/>
          </a:p>
        </p:txBody>
      </p:sp>
      <p:sp>
        <p:nvSpPr>
          <p:cNvPr id="5" name="Footer Placeholder 4">
            <a:extLst>
              <a:ext uri="{FF2B5EF4-FFF2-40B4-BE49-F238E27FC236}">
                <a16:creationId xmlns:a16="http://schemas.microsoft.com/office/drawing/2014/main" id="{0F933EC1-4EE2-4453-841C-CFDFE708948E}"/>
              </a:ext>
            </a:extLst>
          </p:cNvPr>
          <p:cNvSpPr>
            <a:spLocks noGrp="1"/>
          </p:cNvSpPr>
          <p:nvPr>
            <p:ph type="ftr" sz="quarter" idx="3"/>
          </p:nvPr>
        </p:nvSpPr>
        <p:spPr>
          <a:xfrm>
            <a:off x="758952" y="6400800"/>
            <a:ext cx="6099048" cy="365125"/>
          </a:xfrm>
          <a:prstGeom prst="rect">
            <a:avLst/>
          </a:prstGeom>
        </p:spPr>
        <p:txBody>
          <a:bodyPr vert="horz" lIns="91440" tIns="45720" rIns="91440" bIns="45720" rtlCol="0" anchor="ctr"/>
          <a:lstStyle>
            <a:lvl1pPr algn="l">
              <a:defRPr sz="1000">
                <a:solidFill>
                  <a:schemeClr val="tx1"/>
                </a:solidFill>
              </a:defRPr>
            </a:lvl1pPr>
          </a:lstStyle>
          <a:p>
            <a:r>
              <a:rPr lang="en-US" sz="1000"/>
              <a:t>Sample footer text</a:t>
            </a:r>
            <a:endParaRPr lang="en-US" sz="1000" dirty="0"/>
          </a:p>
        </p:txBody>
      </p:sp>
      <p:sp>
        <p:nvSpPr>
          <p:cNvPr id="6" name="Slide Number Placeholder 5">
            <a:extLst>
              <a:ext uri="{FF2B5EF4-FFF2-40B4-BE49-F238E27FC236}">
                <a16:creationId xmlns:a16="http://schemas.microsoft.com/office/drawing/2014/main" id="{C3CEBA78-E732-44EF-BA0B-FC42F7931311}"/>
              </a:ext>
            </a:extLst>
          </p:cNvPr>
          <p:cNvSpPr>
            <a:spLocks noGrp="1"/>
          </p:cNvSpPr>
          <p:nvPr>
            <p:ph type="sldNum" sz="quarter" idx="4"/>
          </p:nvPr>
        </p:nvSpPr>
        <p:spPr>
          <a:xfrm>
            <a:off x="10899648" y="6400800"/>
            <a:ext cx="530352" cy="365125"/>
          </a:xfrm>
          <a:prstGeom prst="rect">
            <a:avLst/>
          </a:prstGeom>
        </p:spPr>
        <p:txBody>
          <a:bodyPr vert="horz" lIns="91440" tIns="45720" rIns="91440" bIns="45720" rtlCol="0" anchor="ctr"/>
          <a:lstStyle>
            <a:lvl1pPr algn="r">
              <a:defRPr sz="1000" b="1">
                <a:solidFill>
                  <a:schemeClr val="tx1"/>
                </a:solidFill>
              </a:defRPr>
            </a:lvl1pPr>
          </a:lstStyle>
          <a:p>
            <a:fld id="{CB1E4CB7-CB13-4810-BF18-BE31AFC64F93}" type="slidenum">
              <a:rPr lang="en-US" smtClean="0"/>
              <a:pPr/>
              <a:t>‹#›</a:t>
            </a:fld>
            <a:endParaRPr lang="en-US" sz="1000" dirty="0"/>
          </a:p>
        </p:txBody>
      </p:sp>
      <p:sp>
        <p:nvSpPr>
          <p:cNvPr id="8" name="Freeform: Shape 7">
            <a:extLst>
              <a:ext uri="{FF2B5EF4-FFF2-40B4-BE49-F238E27FC236}">
                <a16:creationId xmlns:a16="http://schemas.microsoft.com/office/drawing/2014/main" id="{49306479-8C4D-4E4A-A330-DFC80A8A01BE}"/>
              </a:ext>
            </a:extLst>
          </p:cNvPr>
          <p:cNvSpPr/>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9044188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5" r:id="rId3"/>
    <p:sldLayoutId id="2147483663" r:id="rId4"/>
    <p:sldLayoutId id="2147483650" r:id="rId5"/>
    <p:sldLayoutId id="2147483664" r:id="rId6"/>
    <p:sldLayoutId id="2147483669" r:id="rId7"/>
    <p:sldLayoutId id="2147483654" r:id="rId8"/>
    <p:sldLayoutId id="2147483653" r:id="rId9"/>
    <p:sldLayoutId id="2147483670" r:id="rId10"/>
    <p:sldLayoutId id="2147483662" r:id="rId11"/>
    <p:sldLayoutId id="2147483666" r:id="rId12"/>
  </p:sldLayoutIdLst>
  <p:hf hdr="0"/>
  <p:txStyles>
    <p:title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p:titleStyle>
    <p:body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5.jpeg"/><Relationship Id="rId7" Type="http://schemas.openxmlformats.org/officeDocument/2006/relationships/diagramQuickStyle" Target="../diagrams/quickStyle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6.jpeg"/><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1.xml"/><Relationship Id="rId5" Type="http://schemas.openxmlformats.org/officeDocument/2006/relationships/image" Target="../media/image16.jpeg"/><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2.xml"/><Relationship Id="rId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49306479-8C4D-4E4A-A330-DFC80A8A0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4" name="Rectangle 33">
            <a:extLst>
              <a:ext uri="{FF2B5EF4-FFF2-40B4-BE49-F238E27FC236}">
                <a16:creationId xmlns:a16="http://schemas.microsoft.com/office/drawing/2014/main" id="{9B45BA4C-9B54-4496-821F-9E0985CA9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itle 18">
            <a:extLst>
              <a:ext uri="{FF2B5EF4-FFF2-40B4-BE49-F238E27FC236}">
                <a16:creationId xmlns:a16="http://schemas.microsoft.com/office/drawing/2014/main" id="{C60B4E40-ED59-4DFA-97D2-04570E2808BD}"/>
              </a:ext>
            </a:extLst>
          </p:cNvPr>
          <p:cNvSpPr>
            <a:spLocks noGrp="1"/>
          </p:cNvSpPr>
          <p:nvPr>
            <p:ph type="ctrTitle"/>
          </p:nvPr>
        </p:nvSpPr>
        <p:spPr>
          <a:xfrm>
            <a:off x="6047980" y="1030406"/>
            <a:ext cx="5068121" cy="3506879"/>
          </a:xfrm>
        </p:spPr>
        <p:txBody>
          <a:bodyPr vert="horz" lIns="91440" tIns="45720" rIns="91440" bIns="45720" rtlCol="0" anchor="ctr">
            <a:normAutofit/>
          </a:bodyPr>
          <a:lstStyle/>
          <a:p>
            <a:r>
              <a:rPr lang="en-US" sz="6000" dirty="0"/>
              <a:t>Cocktail juice</a:t>
            </a:r>
          </a:p>
        </p:txBody>
      </p:sp>
      <p:pic>
        <p:nvPicPr>
          <p:cNvPr id="10" name="Picture Placeholder 9" descr="Image of a yellow smoothie with some fruit in the background.&#10;">
            <a:extLst>
              <a:ext uri="{FF2B5EF4-FFF2-40B4-BE49-F238E27FC236}">
                <a16:creationId xmlns:a16="http://schemas.microsoft.com/office/drawing/2014/main" id="{EAC24423-E635-494B-9CD9-DF28FD91BE73}"/>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r="31044" b="-1"/>
          <a:stretch/>
        </p:blipFill>
        <p:spPr>
          <a:xfrm>
            <a:off x="20" y="10"/>
            <a:ext cx="5404493" cy="6857990"/>
          </a:xfrm>
          <a:prstGeom prst="rect">
            <a:avLst/>
          </a:prstGeom>
        </p:spPr>
      </p:pic>
    </p:spTree>
    <p:extLst>
      <p:ext uri="{BB962C8B-B14F-4D97-AF65-F5344CB8AC3E}">
        <p14:creationId xmlns:p14="http://schemas.microsoft.com/office/powerpoint/2010/main" val="901401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49306479-8C4D-4E4A-A330-DFC80A8A0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2" name="Rectangle 31">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6" name="Rectangle 35">
            <a:extLst>
              <a:ext uri="{FF2B5EF4-FFF2-40B4-BE49-F238E27FC236}">
                <a16:creationId xmlns:a16="http://schemas.microsoft.com/office/drawing/2014/main" id="{3B272257-593A-402F-88FA-F1DECD9E3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2000"/>
            <a:ext cx="12192000" cy="6096000"/>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C87BD4-FF44-4235-A44A-E4C6B1FA0F5B}"/>
              </a:ext>
            </a:extLst>
          </p:cNvPr>
          <p:cNvSpPr>
            <a:spLocks noGrp="1"/>
          </p:cNvSpPr>
          <p:nvPr>
            <p:ph type="title"/>
          </p:nvPr>
        </p:nvSpPr>
        <p:spPr>
          <a:xfrm>
            <a:off x="318783" y="1517903"/>
            <a:ext cx="2105635" cy="612901"/>
          </a:xfrm>
        </p:spPr>
        <p:txBody>
          <a:bodyPr vert="horz" lIns="91440" tIns="45720" rIns="91440" bIns="45720" rtlCol="0" anchor="t">
            <a:normAutofit fontScale="90000"/>
          </a:bodyPr>
          <a:lstStyle/>
          <a:p>
            <a:r>
              <a:rPr lang="en-US" kern="1200" spc="-50" baseline="0" dirty="0">
                <a:solidFill>
                  <a:schemeClr val="tx1"/>
                </a:solidFill>
                <a:latin typeface="+mj-lt"/>
                <a:ea typeface="+mj-ea"/>
                <a:cs typeface="+mj-cs"/>
              </a:rPr>
              <a:t>Team</a:t>
            </a:r>
            <a:br>
              <a:rPr lang="en-US" kern="1200" spc="-50" baseline="0" dirty="0">
                <a:solidFill>
                  <a:schemeClr val="tx1"/>
                </a:solidFill>
                <a:latin typeface="+mj-lt"/>
                <a:ea typeface="+mj-ea"/>
                <a:cs typeface="+mj-cs"/>
              </a:rPr>
            </a:br>
            <a:endParaRPr lang="en-US" kern="1200" spc="-50" baseline="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705B316D-66CA-451F-A4EB-CB7AA60BB087}"/>
              </a:ext>
            </a:extLst>
          </p:cNvPr>
          <p:cNvSpPr>
            <a:spLocks/>
          </p:cNvSpPr>
          <p:nvPr/>
        </p:nvSpPr>
        <p:spPr>
          <a:xfrm>
            <a:off x="528506" y="1956816"/>
            <a:ext cx="5975925" cy="2769426"/>
          </a:xfrm>
          <a:prstGeom prst="rect">
            <a:avLst/>
          </a:prstGeom>
        </p:spPr>
        <p:txBody>
          <a:bodyPr/>
          <a:lstStyle/>
          <a:p>
            <a:pPr defTabSz="594360">
              <a:spcAft>
                <a:spcPts val="600"/>
              </a:spcAft>
            </a:pPr>
            <a:r>
              <a:rPr lang="en-US" dirty="0"/>
              <a:t>1- team leader :reem Mohsen AHMED</a:t>
            </a:r>
          </a:p>
          <a:p>
            <a:pPr defTabSz="594360">
              <a:spcAft>
                <a:spcPts val="600"/>
              </a:spcAft>
            </a:pPr>
            <a:r>
              <a:rPr lang="en-US" dirty="0"/>
              <a:t>Id:2101491</a:t>
            </a:r>
          </a:p>
          <a:p>
            <a:pPr defTabSz="594360">
              <a:spcAft>
                <a:spcPts val="600"/>
              </a:spcAft>
            </a:pPr>
            <a:r>
              <a:rPr lang="en-US" dirty="0"/>
              <a:t>2- member1:Bassant Mohamed hashem</a:t>
            </a:r>
          </a:p>
          <a:p>
            <a:pPr defTabSz="594360">
              <a:spcAft>
                <a:spcPts val="600"/>
              </a:spcAft>
            </a:pPr>
            <a:r>
              <a:rPr lang="en-US" dirty="0"/>
              <a:t>Id:210188</a:t>
            </a:r>
          </a:p>
          <a:p>
            <a:pPr defTabSz="594360">
              <a:spcAft>
                <a:spcPts val="600"/>
              </a:spcAft>
            </a:pPr>
            <a:r>
              <a:rPr lang="en-US" dirty="0"/>
              <a:t>3- member2:Omnya Mamdouh </a:t>
            </a:r>
            <a:r>
              <a:rPr lang="en-US" dirty="0" err="1"/>
              <a:t>mohamed</a:t>
            </a:r>
            <a:endParaRPr lang="en-US" dirty="0"/>
          </a:p>
          <a:p>
            <a:pPr defTabSz="594360">
              <a:spcAft>
                <a:spcPts val="600"/>
              </a:spcAft>
            </a:pPr>
            <a:r>
              <a:rPr lang="en-US" dirty="0"/>
              <a:t>Id:2101433</a:t>
            </a:r>
          </a:p>
          <a:p>
            <a:pPr defTabSz="594360">
              <a:spcAft>
                <a:spcPts val="600"/>
              </a:spcAft>
            </a:pPr>
            <a:r>
              <a:rPr lang="en-US" dirty="0"/>
              <a:t>4-Member4:poula </a:t>
            </a:r>
            <a:r>
              <a:rPr lang="en-US" dirty="0" err="1"/>
              <a:t>essam</a:t>
            </a:r>
            <a:r>
              <a:rPr lang="en-US" dirty="0"/>
              <a:t> </a:t>
            </a:r>
            <a:r>
              <a:rPr lang="en-US" dirty="0" err="1"/>
              <a:t>fatthy</a:t>
            </a:r>
            <a:endParaRPr lang="en-US" dirty="0"/>
          </a:p>
          <a:p>
            <a:pPr defTabSz="594360">
              <a:spcAft>
                <a:spcPts val="600"/>
              </a:spcAft>
            </a:pPr>
            <a:r>
              <a:rPr lang="en-US" dirty="0"/>
              <a:t>Id:2101446</a:t>
            </a:r>
          </a:p>
          <a:p>
            <a:pPr defTabSz="594360">
              <a:spcAft>
                <a:spcPts val="600"/>
              </a:spcAft>
            </a:pPr>
            <a:r>
              <a:rPr lang="en-US" dirty="0"/>
              <a:t>5-member5:Ali </a:t>
            </a:r>
            <a:r>
              <a:rPr lang="en-US" dirty="0" err="1"/>
              <a:t>regab</a:t>
            </a:r>
            <a:r>
              <a:rPr lang="en-US" dirty="0"/>
              <a:t> </a:t>
            </a:r>
            <a:r>
              <a:rPr lang="en-US" dirty="0" err="1"/>
              <a:t>ali</a:t>
            </a:r>
            <a:endParaRPr lang="en-US" dirty="0"/>
          </a:p>
          <a:p>
            <a:pPr defTabSz="594360">
              <a:spcAft>
                <a:spcPts val="600"/>
              </a:spcAft>
            </a:pPr>
            <a:r>
              <a:rPr lang="en-US" dirty="0"/>
              <a:t>Id:2100462</a:t>
            </a:r>
          </a:p>
          <a:p>
            <a:pPr defTabSz="594360">
              <a:spcAft>
                <a:spcPts val="600"/>
              </a:spcAft>
            </a:pPr>
            <a:r>
              <a:rPr lang="en-US" dirty="0"/>
              <a:t> 6-member6:Mohamed </a:t>
            </a:r>
            <a:r>
              <a:rPr lang="en-US" dirty="0" err="1"/>
              <a:t>kamel</a:t>
            </a:r>
            <a:endParaRPr lang="en-US" dirty="0"/>
          </a:p>
          <a:p>
            <a:pPr defTabSz="594360">
              <a:spcAft>
                <a:spcPts val="600"/>
              </a:spcAft>
            </a:pPr>
            <a:r>
              <a:rPr lang="en-US" dirty="0"/>
              <a:t>Id:2101218</a:t>
            </a:r>
          </a:p>
          <a:p>
            <a:pPr defTabSz="594360">
              <a:spcAft>
                <a:spcPts val="600"/>
              </a:spcAft>
            </a:pPr>
            <a:endParaRPr lang="en-US" dirty="0"/>
          </a:p>
          <a:p>
            <a:pPr defTabSz="594360">
              <a:spcAft>
                <a:spcPts val="600"/>
              </a:spcAft>
            </a:pPr>
            <a:endParaRPr lang="en-US" dirty="0"/>
          </a:p>
          <a:p>
            <a:pPr defTabSz="594360">
              <a:spcAft>
                <a:spcPts val="600"/>
              </a:spcAft>
            </a:pPr>
            <a:r>
              <a:rPr lang="en-US" dirty="0"/>
              <a:t> </a:t>
            </a:r>
          </a:p>
        </p:txBody>
      </p:sp>
    </p:spTree>
    <p:extLst>
      <p:ext uri="{BB962C8B-B14F-4D97-AF65-F5344CB8AC3E}">
        <p14:creationId xmlns:p14="http://schemas.microsoft.com/office/powerpoint/2010/main" val="1682303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93C99-3405-401F-845E-319BF90316CA}"/>
              </a:ext>
            </a:extLst>
          </p:cNvPr>
          <p:cNvSpPr>
            <a:spLocks noGrp="1"/>
          </p:cNvSpPr>
          <p:nvPr>
            <p:ph type="title"/>
          </p:nvPr>
        </p:nvSpPr>
        <p:spPr>
          <a:xfrm>
            <a:off x="6096000" y="1517650"/>
            <a:ext cx="4565650" cy="1344613"/>
          </a:xfrm>
        </p:spPr>
        <p:txBody>
          <a:bodyPr/>
          <a:lstStyle/>
          <a:p>
            <a:r>
              <a:rPr lang="en-US" dirty="0"/>
              <a:t>Introduction</a:t>
            </a:r>
          </a:p>
        </p:txBody>
      </p:sp>
      <p:pic>
        <p:nvPicPr>
          <p:cNvPr id="7" name="Picture Placeholder 6" descr="Image of 3 chefs in the kitchen&#10;">
            <a:extLst>
              <a:ext uri="{FF2B5EF4-FFF2-40B4-BE49-F238E27FC236}">
                <a16:creationId xmlns:a16="http://schemas.microsoft.com/office/drawing/2014/main" id="{E477BA3C-A009-4BDC-A7A7-098178B98972}"/>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58952" y="883487"/>
            <a:ext cx="4562856" cy="2441448"/>
          </a:xfrm>
        </p:spPr>
      </p:pic>
      <p:pic>
        <p:nvPicPr>
          <p:cNvPr id="9" name="Picture Placeholder 8" descr="Image a male barista making espresso">
            <a:extLst>
              <a:ext uri="{FF2B5EF4-FFF2-40B4-BE49-F238E27FC236}">
                <a16:creationId xmlns:a16="http://schemas.microsoft.com/office/drawing/2014/main" id="{21E22B30-BB43-4D87-8912-20A7E7CA7C50}"/>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758952" y="3593592"/>
            <a:ext cx="4562856" cy="2441448"/>
          </a:xfrm>
        </p:spPr>
      </p:pic>
      <p:sp>
        <p:nvSpPr>
          <p:cNvPr id="3" name="Content Placeholder 2">
            <a:extLst>
              <a:ext uri="{FF2B5EF4-FFF2-40B4-BE49-F238E27FC236}">
                <a16:creationId xmlns:a16="http://schemas.microsoft.com/office/drawing/2014/main" id="{A073D1DB-1EA9-40AB-8379-2FFFEEA584FE}"/>
              </a:ext>
            </a:extLst>
          </p:cNvPr>
          <p:cNvSpPr>
            <a:spLocks noGrp="1"/>
          </p:cNvSpPr>
          <p:nvPr>
            <p:ph idx="1"/>
          </p:nvPr>
        </p:nvSpPr>
        <p:spPr>
          <a:xfrm>
            <a:off x="6095998" y="2970213"/>
            <a:ext cx="4565651" cy="3125787"/>
          </a:xfrm>
        </p:spPr>
        <p:txBody>
          <a:bodyPr>
            <a:normAutofit fontScale="85000" lnSpcReduction="10000"/>
          </a:bodyPr>
          <a:lstStyle/>
          <a:p>
            <a:r>
              <a:rPr lang="en-US" b="0" i="0" dirty="0">
                <a:solidFill>
                  <a:srgbClr val="0D0D0D"/>
                </a:solidFill>
                <a:effectLst/>
                <a:highlight>
                  <a:srgbClr val="FFFFFF"/>
                </a:highlight>
                <a:latin typeface="Söhne"/>
              </a:rPr>
              <a:t>Throughout history, cocktail juice has been revered for its ability to elevate the drinking experience, whether enjoyed in the bustling streets of cosmopolitan cities or the serene landscapes of tropical paradises. It transcends cultural boundaries, uniting people in their appreciation for the simple pleasures of life.</a:t>
            </a:r>
          </a:p>
          <a:p>
            <a:endParaRPr lang="en-US" dirty="0"/>
          </a:p>
        </p:txBody>
      </p:sp>
      <p:sp>
        <p:nvSpPr>
          <p:cNvPr id="14" name="Footer Placeholder 13">
            <a:extLst>
              <a:ext uri="{FF2B5EF4-FFF2-40B4-BE49-F238E27FC236}">
                <a16:creationId xmlns:a16="http://schemas.microsoft.com/office/drawing/2014/main" id="{E6F2DABA-211D-4B68-8BC7-AB9312B11CC7}"/>
              </a:ext>
            </a:extLst>
          </p:cNvPr>
          <p:cNvSpPr>
            <a:spLocks noGrp="1"/>
          </p:cNvSpPr>
          <p:nvPr>
            <p:ph type="ftr" sz="quarter" idx="11"/>
          </p:nvPr>
        </p:nvSpPr>
        <p:spPr>
          <a:xfrm>
            <a:off x="758952" y="6400800"/>
            <a:ext cx="6099048" cy="365125"/>
          </a:xfrm>
        </p:spPr>
        <p:txBody>
          <a:bodyPr/>
          <a:lstStyle/>
          <a:p>
            <a:r>
              <a:rPr lang="en-US"/>
              <a:t>Sample footer text</a:t>
            </a:r>
          </a:p>
        </p:txBody>
      </p:sp>
      <p:sp>
        <p:nvSpPr>
          <p:cNvPr id="13" name="Date Placeholder 12">
            <a:extLst>
              <a:ext uri="{FF2B5EF4-FFF2-40B4-BE49-F238E27FC236}">
                <a16:creationId xmlns:a16="http://schemas.microsoft.com/office/drawing/2014/main" id="{46056F2E-FFB6-4169-9ECD-E267A69DC10F}"/>
              </a:ext>
            </a:extLst>
          </p:cNvPr>
          <p:cNvSpPr>
            <a:spLocks noGrp="1"/>
          </p:cNvSpPr>
          <p:nvPr>
            <p:ph type="dt" sz="half" idx="10"/>
          </p:nvPr>
        </p:nvSpPr>
        <p:spPr>
          <a:xfrm>
            <a:off x="8805672" y="6400800"/>
            <a:ext cx="1865376" cy="365125"/>
          </a:xfrm>
        </p:spPr>
        <p:txBody>
          <a:bodyPr/>
          <a:lstStyle/>
          <a:p>
            <a:r>
              <a:rPr lang="en-US"/>
              <a:t>3/1/20XX</a:t>
            </a:r>
          </a:p>
        </p:txBody>
      </p:sp>
      <p:sp>
        <p:nvSpPr>
          <p:cNvPr id="15" name="Slide Number Placeholder 14">
            <a:extLst>
              <a:ext uri="{FF2B5EF4-FFF2-40B4-BE49-F238E27FC236}">
                <a16:creationId xmlns:a16="http://schemas.microsoft.com/office/drawing/2014/main" id="{6EA7615A-2736-464C-81F6-BFD25DAD0E64}"/>
              </a:ext>
            </a:extLst>
          </p:cNvPr>
          <p:cNvSpPr>
            <a:spLocks noGrp="1"/>
          </p:cNvSpPr>
          <p:nvPr>
            <p:ph type="sldNum" sz="quarter" idx="12"/>
          </p:nvPr>
        </p:nvSpPr>
        <p:spPr>
          <a:xfrm>
            <a:off x="10899648" y="6400800"/>
            <a:ext cx="530352" cy="365125"/>
          </a:xfrm>
        </p:spPr>
        <p:txBody>
          <a:bodyPr/>
          <a:lstStyle/>
          <a:p>
            <a:fld id="{CB1E4CB7-CB13-4810-BF18-BE31AFC64F93}" type="slidenum">
              <a:rPr lang="en-US" smtClean="0"/>
              <a:pPr/>
              <a:t>3</a:t>
            </a:fld>
            <a:endParaRPr lang="en-US"/>
          </a:p>
        </p:txBody>
      </p:sp>
    </p:spTree>
    <p:extLst>
      <p:ext uri="{BB962C8B-B14F-4D97-AF65-F5344CB8AC3E}">
        <p14:creationId xmlns:p14="http://schemas.microsoft.com/office/powerpoint/2010/main" val="1559281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CF172-3947-42CE-B33F-43FB799FDB5E}"/>
              </a:ext>
            </a:extLst>
          </p:cNvPr>
          <p:cNvSpPr>
            <a:spLocks noGrp="1"/>
          </p:cNvSpPr>
          <p:nvPr>
            <p:ph type="title"/>
          </p:nvPr>
        </p:nvSpPr>
        <p:spPr>
          <a:xfrm>
            <a:off x="5431940" y="1517652"/>
            <a:ext cx="5998059" cy="1344613"/>
          </a:xfrm>
        </p:spPr>
        <p:txBody>
          <a:bodyPr/>
          <a:lstStyle/>
          <a:p>
            <a:r>
              <a:rPr lang="en-US"/>
              <a:t>Agenda</a:t>
            </a:r>
            <a:endParaRPr lang="en-US" dirty="0"/>
          </a:p>
        </p:txBody>
      </p:sp>
      <p:pic>
        <p:nvPicPr>
          <p:cNvPr id="8" name="Picture Placeholder 7" descr="Image of rasberries">
            <a:extLst>
              <a:ext uri="{FF2B5EF4-FFF2-40B4-BE49-F238E27FC236}">
                <a16:creationId xmlns:a16="http://schemas.microsoft.com/office/drawing/2014/main" id="{4261B567-0AEE-4B25-B882-091D29B2DB1A}"/>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68293" y="1517652"/>
            <a:ext cx="1947672" cy="2295144"/>
          </a:xfrm>
        </p:spPr>
      </p:pic>
      <p:pic>
        <p:nvPicPr>
          <p:cNvPr id="10" name="Picture Placeholder 9" descr="Image of sliced kiwis">
            <a:extLst>
              <a:ext uri="{FF2B5EF4-FFF2-40B4-BE49-F238E27FC236}">
                <a16:creationId xmlns:a16="http://schemas.microsoft.com/office/drawing/2014/main" id="{E7D4F42E-FC10-4897-B233-22F58F00B850}"/>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2715768" y="1517904"/>
            <a:ext cx="1947672" cy="2295144"/>
          </a:xfrm>
        </p:spPr>
      </p:pic>
      <p:pic>
        <p:nvPicPr>
          <p:cNvPr id="12" name="Picture Placeholder 11" descr="Image of yellow smoothie with some fruit in the background">
            <a:extLst>
              <a:ext uri="{FF2B5EF4-FFF2-40B4-BE49-F238E27FC236}">
                <a16:creationId xmlns:a16="http://schemas.microsoft.com/office/drawing/2014/main" id="{E36C0D92-B4CD-4560-A77C-BEAFB12733DE}"/>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768096" y="3800858"/>
            <a:ext cx="3895344" cy="2295144"/>
          </a:xfrm>
        </p:spPr>
      </p:pic>
      <p:graphicFrame>
        <p:nvGraphicFramePr>
          <p:cNvPr id="26" name="Content Placeholder 2">
            <a:extLst>
              <a:ext uri="{FF2B5EF4-FFF2-40B4-BE49-F238E27FC236}">
                <a16:creationId xmlns:a16="http://schemas.microsoft.com/office/drawing/2014/main" id="{83A6A983-6B58-D80B-96FC-110C3969444B}"/>
              </a:ext>
            </a:extLst>
          </p:cNvPr>
          <p:cNvGraphicFramePr>
            <a:graphicFrameLocks noGrp="1"/>
          </p:cNvGraphicFramePr>
          <p:nvPr>
            <p:ph idx="1"/>
            <p:extLst>
              <p:ext uri="{D42A27DB-BD31-4B8C-83A1-F6EECF244321}">
                <p14:modId xmlns:p14="http://schemas.microsoft.com/office/powerpoint/2010/main" val="1096572200"/>
              </p:ext>
            </p:extLst>
          </p:nvPr>
        </p:nvGraphicFramePr>
        <p:xfrm>
          <a:off x="5431940" y="2449585"/>
          <a:ext cx="5998059" cy="364641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4" name="Slide Number Placeholder 23">
            <a:extLst>
              <a:ext uri="{FF2B5EF4-FFF2-40B4-BE49-F238E27FC236}">
                <a16:creationId xmlns:a16="http://schemas.microsoft.com/office/drawing/2014/main" id="{B583B8C6-95CF-4DD9-AFF1-3E252935F6C5}"/>
              </a:ext>
            </a:extLst>
          </p:cNvPr>
          <p:cNvSpPr>
            <a:spLocks noGrp="1"/>
          </p:cNvSpPr>
          <p:nvPr>
            <p:ph type="sldNum" sz="quarter" idx="12"/>
          </p:nvPr>
        </p:nvSpPr>
        <p:spPr>
          <a:xfrm>
            <a:off x="10899648" y="6400800"/>
            <a:ext cx="530352" cy="365125"/>
          </a:xfrm>
        </p:spPr>
        <p:txBody>
          <a:bodyPr/>
          <a:lstStyle/>
          <a:p>
            <a:fld id="{CB1E4CB7-CB13-4810-BF18-BE31AFC64F93}" type="slidenum">
              <a:rPr lang="en-US" smtClean="0"/>
              <a:pPr/>
              <a:t>4</a:t>
            </a:fld>
            <a:endParaRPr lang="en-US"/>
          </a:p>
        </p:txBody>
      </p:sp>
    </p:spTree>
    <p:extLst>
      <p:ext uri="{BB962C8B-B14F-4D97-AF65-F5344CB8AC3E}">
        <p14:creationId xmlns:p14="http://schemas.microsoft.com/office/powerpoint/2010/main" val="3260502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Image of a slice of lemon in some water">
            <a:extLst>
              <a:ext uri="{FF2B5EF4-FFF2-40B4-BE49-F238E27FC236}">
                <a16:creationId xmlns:a16="http://schemas.microsoft.com/office/drawing/2014/main" id="{0E7FD06F-FD7E-4F39-B40E-790316D5A615}"/>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746760" y="756284"/>
            <a:ext cx="10698480" cy="5349240"/>
          </a:xfrm>
        </p:spPr>
      </p:pic>
      <p:sp>
        <p:nvSpPr>
          <p:cNvPr id="9" name="Title 8">
            <a:extLst>
              <a:ext uri="{FF2B5EF4-FFF2-40B4-BE49-F238E27FC236}">
                <a16:creationId xmlns:a16="http://schemas.microsoft.com/office/drawing/2014/main" id="{AF764D8E-8D44-4B0E-A17E-DF05833AC7B7}"/>
              </a:ext>
            </a:extLst>
          </p:cNvPr>
          <p:cNvSpPr>
            <a:spLocks noGrp="1"/>
          </p:cNvSpPr>
          <p:nvPr>
            <p:ph type="ctrTitle"/>
          </p:nvPr>
        </p:nvSpPr>
        <p:spPr>
          <a:xfrm>
            <a:off x="7333488" y="1517904"/>
            <a:ext cx="3749040" cy="2796945"/>
          </a:xfrm>
        </p:spPr>
        <p:txBody>
          <a:bodyPr anchor="b" anchorCtr="0">
            <a:normAutofit/>
          </a:bodyPr>
          <a:lstStyle/>
          <a:p>
            <a:r>
              <a:rPr lang="en-US" dirty="0"/>
              <a:t>Topic one</a:t>
            </a:r>
          </a:p>
        </p:txBody>
      </p:sp>
      <p:sp>
        <p:nvSpPr>
          <p:cNvPr id="11" name="Subtitle 10">
            <a:extLst>
              <a:ext uri="{FF2B5EF4-FFF2-40B4-BE49-F238E27FC236}">
                <a16:creationId xmlns:a16="http://schemas.microsoft.com/office/drawing/2014/main" id="{8CECFDD0-AD9E-4CB3-A606-F8B5DB779E4D}"/>
              </a:ext>
            </a:extLst>
          </p:cNvPr>
          <p:cNvSpPr>
            <a:spLocks noGrp="1"/>
          </p:cNvSpPr>
          <p:nvPr>
            <p:ph type="subTitle" idx="1"/>
          </p:nvPr>
        </p:nvSpPr>
        <p:spPr>
          <a:xfrm>
            <a:off x="7333488" y="4479368"/>
            <a:ext cx="3666744" cy="1616631"/>
          </a:xfrm>
        </p:spPr>
        <p:txBody>
          <a:bodyPr>
            <a:normAutofit fontScale="47500" lnSpcReduction="20000"/>
          </a:bodyPr>
          <a:lstStyle/>
          <a:p>
            <a:r>
              <a:rPr lang="en-US" dirty="0"/>
              <a:t>the library that using it to help to make a date set</a:t>
            </a:r>
          </a:p>
          <a:p>
            <a:r>
              <a:rPr lang="en-US" dirty="0"/>
              <a:t>1-numpy</a:t>
            </a:r>
          </a:p>
          <a:p>
            <a:r>
              <a:rPr lang="en-US" dirty="0"/>
              <a:t>2- pandas</a:t>
            </a:r>
          </a:p>
          <a:p>
            <a:r>
              <a:rPr lang="en-US" dirty="0"/>
              <a:t>3- seaborn</a:t>
            </a:r>
          </a:p>
          <a:p>
            <a:r>
              <a:rPr lang="en-US" dirty="0"/>
              <a:t>4-statsmodels</a:t>
            </a:r>
          </a:p>
        </p:txBody>
      </p:sp>
    </p:spTree>
    <p:extLst>
      <p:ext uri="{BB962C8B-B14F-4D97-AF65-F5344CB8AC3E}">
        <p14:creationId xmlns:p14="http://schemas.microsoft.com/office/powerpoint/2010/main" val="714287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7" name="Freeform: Shape 36">
            <a:extLst>
              <a:ext uri="{FF2B5EF4-FFF2-40B4-BE49-F238E27FC236}">
                <a16:creationId xmlns:a16="http://schemas.microsoft.com/office/drawing/2014/main" id="{49306479-8C4D-4E4A-A330-DFC80A8A0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8" name="Rectangle 3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FDDC860-8DC7-4834-A932-8FC94ADA6696}"/>
              </a:ext>
            </a:extLst>
          </p:cNvPr>
          <p:cNvSpPr>
            <a:spLocks noGrp="1"/>
          </p:cNvSpPr>
          <p:nvPr>
            <p:ph type="title"/>
          </p:nvPr>
        </p:nvSpPr>
        <p:spPr>
          <a:xfrm>
            <a:off x="762000" y="779915"/>
            <a:ext cx="3908996" cy="5337050"/>
          </a:xfrm>
        </p:spPr>
        <p:txBody>
          <a:bodyPr vert="horz" lIns="91440" tIns="45720" rIns="91440" bIns="45720" rtlCol="0" anchor="ctr">
            <a:normAutofit/>
          </a:bodyPr>
          <a:lstStyle/>
          <a:p>
            <a:r>
              <a:rPr lang="en-US" kern="1200" spc="-50" baseline="0" dirty="0">
                <a:solidFill>
                  <a:schemeClr val="tx1"/>
                </a:solidFill>
                <a:latin typeface="+mj-lt"/>
                <a:ea typeface="+mj-ea"/>
                <a:cs typeface="+mj-cs"/>
              </a:rPr>
              <a:t>Timeline</a:t>
            </a:r>
          </a:p>
        </p:txBody>
      </p:sp>
      <p:sp>
        <p:nvSpPr>
          <p:cNvPr id="5" name="Footer Placeholder 4">
            <a:extLst>
              <a:ext uri="{FF2B5EF4-FFF2-40B4-BE49-F238E27FC236}">
                <a16:creationId xmlns:a16="http://schemas.microsoft.com/office/drawing/2014/main" id="{A2F72204-0F4B-4DEA-BD63-85674F1AD942}"/>
              </a:ext>
            </a:extLst>
          </p:cNvPr>
          <p:cNvSpPr>
            <a:spLocks noGrp="1"/>
          </p:cNvSpPr>
          <p:nvPr>
            <p:ph type="ftr" sz="quarter" idx="11"/>
          </p:nvPr>
        </p:nvSpPr>
        <p:spPr>
          <a:xfrm>
            <a:off x="758952" y="6400800"/>
            <a:ext cx="6099048" cy="365125"/>
          </a:xfrm>
        </p:spPr>
        <p:txBody>
          <a:bodyPr vert="horz" lIns="91440" tIns="45720" rIns="91440" bIns="45720" rtlCol="0" anchor="ctr">
            <a:normAutofit/>
          </a:bodyPr>
          <a:lstStyle/>
          <a:p>
            <a:pPr>
              <a:spcAft>
                <a:spcPts val="600"/>
              </a:spcAft>
            </a:pPr>
            <a:r>
              <a:rPr lang="en-US" kern="1200">
                <a:solidFill>
                  <a:schemeClr val="tx1"/>
                </a:solidFill>
                <a:latin typeface="+mn-lt"/>
                <a:ea typeface="+mn-ea"/>
                <a:cs typeface="+mn-cs"/>
              </a:rPr>
              <a:t>Sample footer text</a:t>
            </a:r>
          </a:p>
        </p:txBody>
      </p:sp>
      <p:sp>
        <p:nvSpPr>
          <p:cNvPr id="4" name="Date Placeholder 3">
            <a:extLst>
              <a:ext uri="{FF2B5EF4-FFF2-40B4-BE49-F238E27FC236}">
                <a16:creationId xmlns:a16="http://schemas.microsoft.com/office/drawing/2014/main" id="{B09A4315-F801-48C3-9D52-76E586A4D832}"/>
              </a:ext>
            </a:extLst>
          </p:cNvPr>
          <p:cNvSpPr>
            <a:spLocks noGrp="1"/>
          </p:cNvSpPr>
          <p:nvPr>
            <p:ph type="dt" sz="half" idx="10"/>
          </p:nvPr>
        </p:nvSpPr>
        <p:spPr>
          <a:xfrm>
            <a:off x="8805672" y="6400800"/>
            <a:ext cx="1865376" cy="365125"/>
          </a:xfrm>
        </p:spPr>
        <p:txBody>
          <a:bodyPr vert="horz" lIns="91440" tIns="45720" rIns="91440" bIns="45720" rtlCol="0" anchor="ctr">
            <a:normAutofit/>
          </a:bodyPr>
          <a:lstStyle/>
          <a:p>
            <a:pPr>
              <a:spcAft>
                <a:spcPts val="600"/>
              </a:spcAft>
            </a:pPr>
            <a:r>
              <a:rPr lang="en-US"/>
              <a:t>3/1/20XX</a:t>
            </a:r>
          </a:p>
        </p:txBody>
      </p:sp>
      <p:sp>
        <p:nvSpPr>
          <p:cNvPr id="6" name="Slide Number Placeholder 5">
            <a:extLst>
              <a:ext uri="{FF2B5EF4-FFF2-40B4-BE49-F238E27FC236}">
                <a16:creationId xmlns:a16="http://schemas.microsoft.com/office/drawing/2014/main" id="{9269FE60-7858-44EB-82B7-A245FB07EF0B}"/>
              </a:ext>
            </a:extLst>
          </p:cNvPr>
          <p:cNvSpPr>
            <a:spLocks noGrp="1"/>
          </p:cNvSpPr>
          <p:nvPr>
            <p:ph type="sldNum" sz="quarter" idx="12"/>
          </p:nvPr>
        </p:nvSpPr>
        <p:spPr>
          <a:xfrm>
            <a:off x="10899648" y="6400800"/>
            <a:ext cx="530352" cy="365125"/>
          </a:xfrm>
        </p:spPr>
        <p:txBody>
          <a:bodyPr vert="horz" lIns="91440" tIns="45720" rIns="91440" bIns="45720" rtlCol="0" anchor="ctr">
            <a:normAutofit/>
          </a:bodyPr>
          <a:lstStyle/>
          <a:p>
            <a:pPr>
              <a:spcAft>
                <a:spcPts val="600"/>
              </a:spcAft>
            </a:pPr>
            <a:fld id="{CB1E4CB7-CB13-4810-BF18-BE31AFC64F93}" type="slidenum">
              <a:rPr lang="en-US" smtClean="0"/>
              <a:pPr>
                <a:spcAft>
                  <a:spcPts val="600"/>
                </a:spcAft>
              </a:pPr>
              <a:t>6</a:t>
            </a:fld>
            <a:endParaRPr lang="en-US"/>
          </a:p>
        </p:txBody>
      </p:sp>
      <p:graphicFrame>
        <p:nvGraphicFramePr>
          <p:cNvPr id="20" name="Content Placeholder 3" descr="Timeline">
            <a:extLst>
              <a:ext uri="{FF2B5EF4-FFF2-40B4-BE49-F238E27FC236}">
                <a16:creationId xmlns:a16="http://schemas.microsoft.com/office/drawing/2014/main" id="{E1E8DF8B-EFEE-4136-87B4-236CEAA96B73}"/>
              </a:ext>
            </a:extLst>
          </p:cNvPr>
          <p:cNvGraphicFramePr>
            <a:graphicFrameLocks noGrp="1"/>
          </p:cNvGraphicFramePr>
          <p:nvPr>
            <p:ph sz="quarter" idx="13"/>
            <p:extLst>
              <p:ext uri="{D42A27DB-BD31-4B8C-83A1-F6EECF244321}">
                <p14:modId xmlns:p14="http://schemas.microsoft.com/office/powerpoint/2010/main" val="2344468068"/>
              </p:ext>
            </p:extLst>
          </p:nvPr>
        </p:nvGraphicFramePr>
        <p:xfrm>
          <a:off x="5601719" y="571691"/>
          <a:ext cx="6407905" cy="4289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0748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488FD-C690-AB73-BE8F-3506945B9C2D}"/>
              </a:ext>
            </a:extLst>
          </p:cNvPr>
          <p:cNvSpPr>
            <a:spLocks noGrp="1"/>
          </p:cNvSpPr>
          <p:nvPr>
            <p:ph type="title"/>
          </p:nvPr>
        </p:nvSpPr>
        <p:spPr/>
        <p:txBody>
          <a:bodyPr/>
          <a:lstStyle/>
          <a:p>
            <a:r>
              <a:rPr lang="en-US" dirty="0"/>
              <a:t>Outlier</a:t>
            </a:r>
            <a:br>
              <a:rPr lang="en-US" dirty="0"/>
            </a:br>
            <a:endParaRPr lang="en-US" dirty="0"/>
          </a:p>
        </p:txBody>
      </p:sp>
      <p:sp>
        <p:nvSpPr>
          <p:cNvPr id="3" name="Content Placeholder 2">
            <a:extLst>
              <a:ext uri="{FF2B5EF4-FFF2-40B4-BE49-F238E27FC236}">
                <a16:creationId xmlns:a16="http://schemas.microsoft.com/office/drawing/2014/main" id="{4B9B8E0A-5A56-0236-34C0-51884BF504CE}"/>
              </a:ext>
            </a:extLst>
          </p:cNvPr>
          <p:cNvSpPr>
            <a:spLocks noGrp="1"/>
          </p:cNvSpPr>
          <p:nvPr>
            <p:ph sz="quarter" idx="13"/>
          </p:nvPr>
        </p:nvSpPr>
        <p:spPr/>
        <p:txBody>
          <a:bodyPr/>
          <a:lstStyle/>
          <a:p>
            <a:br>
              <a:rPr lang="en-US" dirty="0"/>
            </a:br>
            <a:r>
              <a:rPr lang="en-US" b="0" i="0" dirty="0">
                <a:solidFill>
                  <a:srgbClr val="0D0D0D"/>
                </a:solidFill>
                <a:effectLst/>
                <a:highlight>
                  <a:srgbClr val="FFFFFF"/>
                </a:highlight>
                <a:latin typeface="Söhne"/>
              </a:rPr>
              <a:t>An outlier is a data point that significantly differs from other observations in a dataset. It's an observation that lies an abnormal distance from other values in a sample. Outliers can occur due to various reasons such as measurement error, experimental error, or genuine deviation from the rest of the data due to some unique property or circumstance. Identifying outliers is essential in statistical analysis as they can skew results and affect the interpretation of data.</a:t>
            </a:r>
            <a:endParaRPr lang="en-US" dirty="0"/>
          </a:p>
        </p:txBody>
      </p:sp>
      <p:sp>
        <p:nvSpPr>
          <p:cNvPr id="4" name="Footer Placeholder 3">
            <a:extLst>
              <a:ext uri="{FF2B5EF4-FFF2-40B4-BE49-F238E27FC236}">
                <a16:creationId xmlns:a16="http://schemas.microsoft.com/office/drawing/2014/main" id="{BFED0AF8-74D0-6348-3C5F-5DFA246218E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389B2983-55D0-2913-A947-5EED3D1980B0}"/>
              </a:ext>
            </a:extLst>
          </p:cNvPr>
          <p:cNvSpPr>
            <a:spLocks noGrp="1"/>
          </p:cNvSpPr>
          <p:nvPr>
            <p:ph type="dt" sz="half" idx="10"/>
          </p:nvPr>
        </p:nvSpPr>
        <p:spPr/>
        <p:txBody>
          <a:bodyPr/>
          <a:lstStyle/>
          <a:p>
            <a:r>
              <a:rPr lang="en-US"/>
              <a:t>3/1/20XX</a:t>
            </a:r>
          </a:p>
        </p:txBody>
      </p:sp>
      <p:sp>
        <p:nvSpPr>
          <p:cNvPr id="6" name="Slide Number Placeholder 5">
            <a:extLst>
              <a:ext uri="{FF2B5EF4-FFF2-40B4-BE49-F238E27FC236}">
                <a16:creationId xmlns:a16="http://schemas.microsoft.com/office/drawing/2014/main" id="{4B5CE53D-95F3-205E-C9B6-B8DB050B3E67}"/>
              </a:ext>
            </a:extLst>
          </p:cNvPr>
          <p:cNvSpPr>
            <a:spLocks noGrp="1"/>
          </p:cNvSpPr>
          <p:nvPr>
            <p:ph type="sldNum" sz="quarter" idx="12"/>
          </p:nvPr>
        </p:nvSpPr>
        <p:spPr/>
        <p:txBody>
          <a:bodyPr/>
          <a:lstStyle/>
          <a:p>
            <a:fld id="{CB1E4CB7-CB13-4810-BF18-BE31AFC64F93}" type="slidenum">
              <a:rPr lang="en-US" smtClean="0"/>
              <a:t>7</a:t>
            </a:fld>
            <a:endParaRPr lang="en-US"/>
          </a:p>
        </p:txBody>
      </p:sp>
    </p:spTree>
    <p:extLst>
      <p:ext uri="{BB962C8B-B14F-4D97-AF65-F5344CB8AC3E}">
        <p14:creationId xmlns:p14="http://schemas.microsoft.com/office/powerpoint/2010/main" val="2333978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7E087C-A3E7-4CFF-5F2D-66C95707B6EE}"/>
              </a:ext>
            </a:extLst>
          </p:cNvPr>
          <p:cNvSpPr>
            <a:spLocks noGrp="1"/>
          </p:cNvSpPr>
          <p:nvPr>
            <p:ph type="ctrTitle"/>
          </p:nvPr>
        </p:nvSpPr>
        <p:spPr>
          <a:xfrm>
            <a:off x="881148" y="0"/>
            <a:ext cx="6452339" cy="2377440"/>
          </a:xfrm>
        </p:spPr>
        <p:txBody>
          <a:bodyPr/>
          <a:lstStyle/>
          <a:p>
            <a:r>
              <a:rPr lang="en-US" dirty="0"/>
              <a:t>Missing value</a:t>
            </a:r>
          </a:p>
        </p:txBody>
      </p:sp>
      <p:sp>
        <p:nvSpPr>
          <p:cNvPr id="4" name="Subtitle 3">
            <a:extLst>
              <a:ext uri="{FF2B5EF4-FFF2-40B4-BE49-F238E27FC236}">
                <a16:creationId xmlns:a16="http://schemas.microsoft.com/office/drawing/2014/main" id="{80CB62EA-85DB-7F49-900A-8FE67886964C}"/>
              </a:ext>
            </a:extLst>
          </p:cNvPr>
          <p:cNvSpPr>
            <a:spLocks noGrp="1"/>
          </p:cNvSpPr>
          <p:nvPr>
            <p:ph type="subTitle" idx="1"/>
          </p:nvPr>
        </p:nvSpPr>
        <p:spPr>
          <a:xfrm>
            <a:off x="947650" y="1620982"/>
            <a:ext cx="10052581" cy="4513811"/>
          </a:xfrm>
        </p:spPr>
        <p:txBody>
          <a:bodyPr/>
          <a:lstStyle/>
          <a:p>
            <a:r>
              <a:rPr lang="en-US" b="0" i="0" dirty="0">
                <a:solidFill>
                  <a:srgbClr val="0D0D0D"/>
                </a:solidFill>
                <a:effectLst/>
                <a:highlight>
                  <a:srgbClr val="FFFFFF"/>
                </a:highlight>
                <a:latin typeface="Söhne"/>
              </a:rPr>
              <a:t>missing values is an essential aspect of data cleaning and analysis, as they can affect the accuracy and reliability of statistical analyses and machine learning models. Various techniques, such as imputation or deletion, can be used to handle missing values depending on the context and the goals </a:t>
            </a:r>
          </a:p>
          <a:p>
            <a:r>
              <a:rPr lang="en-US" dirty="0">
                <a:solidFill>
                  <a:srgbClr val="0D0D0D"/>
                </a:solidFill>
                <a:highlight>
                  <a:srgbClr val="FFFFFF"/>
                </a:highlight>
                <a:latin typeface="Söhne"/>
              </a:rPr>
              <a:t>analyze</a:t>
            </a:r>
            <a:endParaRPr lang="en-US" dirty="0"/>
          </a:p>
        </p:txBody>
      </p:sp>
    </p:spTree>
    <p:extLst>
      <p:ext uri="{BB962C8B-B14F-4D97-AF65-F5344CB8AC3E}">
        <p14:creationId xmlns:p14="http://schemas.microsoft.com/office/powerpoint/2010/main" val="812345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903E9-148B-95D2-1FF4-F3D42724E40C}"/>
              </a:ext>
            </a:extLst>
          </p:cNvPr>
          <p:cNvSpPr>
            <a:spLocks noGrp="1"/>
          </p:cNvSpPr>
          <p:nvPr>
            <p:ph type="title"/>
          </p:nvPr>
        </p:nvSpPr>
        <p:spPr>
          <a:xfrm>
            <a:off x="190500" y="1821180"/>
            <a:ext cx="11239499" cy="1041085"/>
          </a:xfrm>
        </p:spPr>
        <p:txBody>
          <a:bodyPr/>
          <a:lstStyle/>
          <a:p>
            <a:r>
              <a:rPr lang="en-US" dirty="0"/>
              <a:t>Encoding and decoding</a:t>
            </a:r>
          </a:p>
        </p:txBody>
      </p:sp>
      <p:sp>
        <p:nvSpPr>
          <p:cNvPr id="6" name="Content Placeholder 5">
            <a:extLst>
              <a:ext uri="{FF2B5EF4-FFF2-40B4-BE49-F238E27FC236}">
                <a16:creationId xmlns:a16="http://schemas.microsoft.com/office/drawing/2014/main" id="{3C8372BB-A9F3-05E0-28E1-581ADDEBEA33}"/>
              </a:ext>
            </a:extLst>
          </p:cNvPr>
          <p:cNvSpPr>
            <a:spLocks noGrp="1"/>
          </p:cNvSpPr>
          <p:nvPr>
            <p:ph idx="1"/>
          </p:nvPr>
        </p:nvSpPr>
        <p:spPr>
          <a:xfrm>
            <a:off x="53340" y="2926081"/>
            <a:ext cx="11376659" cy="3169922"/>
          </a:xfrm>
        </p:spPr>
        <p:txBody>
          <a:bodyPr>
            <a:normAutofit fontScale="70000" lnSpcReduction="20000"/>
          </a:bodyPr>
          <a:lstStyle/>
          <a:p>
            <a:pPr algn="l">
              <a:buFont typeface="+mj-lt"/>
              <a:buAutoNum type="arabicPeriod"/>
            </a:pPr>
            <a:r>
              <a:rPr lang="en-US" b="1" i="0" dirty="0">
                <a:solidFill>
                  <a:srgbClr val="0D0D0D"/>
                </a:solidFill>
                <a:effectLst/>
                <a:highlight>
                  <a:srgbClr val="FFFFFF"/>
                </a:highlight>
                <a:latin typeface="Söhne"/>
              </a:rPr>
              <a:t>Encoding:</a:t>
            </a:r>
            <a:r>
              <a:rPr lang="en-US" b="0" i="0" dirty="0">
                <a:solidFill>
                  <a:srgbClr val="0D0D0D"/>
                </a:solidFill>
                <a:effectLst/>
                <a:highlight>
                  <a:srgbClr val="FFFFFF"/>
                </a:highlight>
                <a:latin typeface="Söhne"/>
              </a:rPr>
              <a:t> Encoding refers to the process of converting data from one format or representation into another format. This transformation is typically done to facilitate storage, transmission, or processing of data. In the context of computing, encoding often involves converting human-readable data (such as text or images) into a format that can be efficiently processed by machines or transmitted over communication channels. Examples of encoding methods include ASCII, UTF-8, Base64 for text data, and JPEG, PNG for image data.</a:t>
            </a:r>
          </a:p>
          <a:p>
            <a:pPr algn="l">
              <a:buFont typeface="+mj-lt"/>
              <a:buAutoNum type="arabicPeriod"/>
            </a:pPr>
            <a:r>
              <a:rPr lang="en-US" b="1" i="0" dirty="0">
                <a:solidFill>
                  <a:srgbClr val="0D0D0D"/>
                </a:solidFill>
                <a:effectLst/>
                <a:highlight>
                  <a:srgbClr val="FFFFFF"/>
                </a:highlight>
                <a:latin typeface="Söhne"/>
              </a:rPr>
              <a:t>Decoding:</a:t>
            </a:r>
            <a:r>
              <a:rPr lang="en-US" b="0" i="0" dirty="0">
                <a:solidFill>
                  <a:srgbClr val="0D0D0D"/>
                </a:solidFill>
                <a:effectLst/>
                <a:highlight>
                  <a:srgbClr val="FFFFFF"/>
                </a:highlight>
                <a:latin typeface="Söhne"/>
              </a:rPr>
              <a:t> Decoding is the reverse process of encoding. It involves converting encoded data back into its original format or representation. Decoding is necessary to interpret and use data that has been previously encoded. For example, when receiving a message encoded in a particular format, a decoding process is required to convert it back into its original form so that it can be understood or processed by humans or machines.</a:t>
            </a:r>
          </a:p>
          <a:p>
            <a:pPr algn="l"/>
            <a:r>
              <a:rPr lang="en-US" b="0" i="0" dirty="0">
                <a:solidFill>
                  <a:srgbClr val="0D0D0D"/>
                </a:solidFill>
                <a:effectLst/>
                <a:highlight>
                  <a:srgbClr val="FFFFFF"/>
                </a:highlight>
                <a:latin typeface="Söhne"/>
              </a:rPr>
              <a:t>In summary, encoding transforms data into a different format, while decoding reverses this process to recover the original data. These processes are fundamental in various applications where data needs to be stored, transmitted, or processed efficiently and reliably.</a:t>
            </a:r>
          </a:p>
          <a:p>
            <a:endParaRPr lang="en-US" dirty="0"/>
          </a:p>
        </p:txBody>
      </p:sp>
      <p:sp>
        <p:nvSpPr>
          <p:cNvPr id="7" name="Footer Placeholder 6">
            <a:extLst>
              <a:ext uri="{FF2B5EF4-FFF2-40B4-BE49-F238E27FC236}">
                <a16:creationId xmlns:a16="http://schemas.microsoft.com/office/drawing/2014/main" id="{03D2015E-E9D4-3AC6-D72C-5849409327E2}"/>
              </a:ext>
            </a:extLst>
          </p:cNvPr>
          <p:cNvSpPr>
            <a:spLocks noGrp="1"/>
          </p:cNvSpPr>
          <p:nvPr>
            <p:ph type="ftr" sz="quarter" idx="11"/>
          </p:nvPr>
        </p:nvSpPr>
        <p:spPr/>
        <p:txBody>
          <a:bodyPr/>
          <a:lstStyle/>
          <a:p>
            <a:r>
              <a:rPr lang="en-US"/>
              <a:t>Sample footer text</a:t>
            </a:r>
          </a:p>
        </p:txBody>
      </p:sp>
      <p:sp>
        <p:nvSpPr>
          <p:cNvPr id="8" name="Date Placeholder 7">
            <a:extLst>
              <a:ext uri="{FF2B5EF4-FFF2-40B4-BE49-F238E27FC236}">
                <a16:creationId xmlns:a16="http://schemas.microsoft.com/office/drawing/2014/main" id="{12EADC24-EB6A-5676-1488-D439991D00A9}"/>
              </a:ext>
            </a:extLst>
          </p:cNvPr>
          <p:cNvSpPr>
            <a:spLocks noGrp="1"/>
          </p:cNvSpPr>
          <p:nvPr>
            <p:ph type="dt" sz="half" idx="10"/>
          </p:nvPr>
        </p:nvSpPr>
        <p:spPr/>
        <p:txBody>
          <a:bodyPr/>
          <a:lstStyle/>
          <a:p>
            <a:r>
              <a:rPr lang="en-US"/>
              <a:t>3/1/20XX</a:t>
            </a:r>
          </a:p>
        </p:txBody>
      </p:sp>
      <p:sp>
        <p:nvSpPr>
          <p:cNvPr id="9" name="Slide Number Placeholder 8">
            <a:extLst>
              <a:ext uri="{FF2B5EF4-FFF2-40B4-BE49-F238E27FC236}">
                <a16:creationId xmlns:a16="http://schemas.microsoft.com/office/drawing/2014/main" id="{F68E1F8C-7AD2-6EEF-FEAB-A63D97C650C8}"/>
              </a:ext>
            </a:extLst>
          </p:cNvPr>
          <p:cNvSpPr>
            <a:spLocks noGrp="1"/>
          </p:cNvSpPr>
          <p:nvPr>
            <p:ph type="sldNum" sz="quarter" idx="12"/>
          </p:nvPr>
        </p:nvSpPr>
        <p:spPr/>
        <p:txBody>
          <a:bodyPr/>
          <a:lstStyle/>
          <a:p>
            <a:fld id="{CB1E4CB7-CB13-4810-BF18-BE31AFC64F93}" type="slidenum">
              <a:rPr lang="en-US" smtClean="0"/>
              <a:t>9</a:t>
            </a:fld>
            <a:endParaRPr lang="en-US"/>
          </a:p>
        </p:txBody>
      </p:sp>
    </p:spTree>
    <p:extLst>
      <p:ext uri="{BB962C8B-B14F-4D97-AF65-F5344CB8AC3E}">
        <p14:creationId xmlns:p14="http://schemas.microsoft.com/office/powerpoint/2010/main" val="1244835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Freeform: Shape 25">
            <a:extLst>
              <a:ext uri="{FF2B5EF4-FFF2-40B4-BE49-F238E27FC236}">
                <a16:creationId xmlns:a16="http://schemas.microsoft.com/office/drawing/2014/main" id="{49306479-8C4D-4E4A-A330-DFC80A8A0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7" name="Rectangle 26">
            <a:extLst>
              <a:ext uri="{FF2B5EF4-FFF2-40B4-BE49-F238E27FC236}">
                <a16:creationId xmlns:a16="http://schemas.microsoft.com/office/drawing/2014/main" id="{9B45BA4C-9B54-4496-821F-9E0985CA9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5E1BB9D-FAFF-4C3E-9E44-13F8FBABC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47C897C6-901F-410E-B2AC-162ED94B01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00" y="762000"/>
            <a:ext cx="10668000" cy="5334000"/>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425EA5-DA2A-4F5D-9C8A-A8DD11EE97C3}"/>
              </a:ext>
            </a:extLst>
          </p:cNvPr>
          <p:cNvSpPr>
            <a:spLocks noGrp="1"/>
          </p:cNvSpPr>
          <p:nvPr>
            <p:ph type="ctrTitle"/>
          </p:nvPr>
        </p:nvSpPr>
        <p:spPr>
          <a:xfrm>
            <a:off x="5291667" y="1517904"/>
            <a:ext cx="5370237" cy="2796945"/>
          </a:xfrm>
        </p:spPr>
        <p:txBody>
          <a:bodyPr vert="horz" lIns="91440" tIns="45720" rIns="91440" bIns="45720" rtlCol="0" anchor="ctr">
            <a:normAutofit/>
          </a:bodyPr>
          <a:lstStyle/>
          <a:p>
            <a:r>
              <a:rPr lang="en-US" sz="4200"/>
              <a:t>The way to get started is to quit </a:t>
            </a:r>
            <a:br>
              <a:rPr lang="en-US" sz="4200"/>
            </a:br>
            <a:r>
              <a:rPr lang="en-US" sz="4200"/>
              <a:t>talking and begin doing.</a:t>
            </a:r>
          </a:p>
        </p:txBody>
      </p:sp>
      <p:sp>
        <p:nvSpPr>
          <p:cNvPr id="3" name="Subtitle 2">
            <a:extLst>
              <a:ext uri="{FF2B5EF4-FFF2-40B4-BE49-F238E27FC236}">
                <a16:creationId xmlns:a16="http://schemas.microsoft.com/office/drawing/2014/main" id="{67CF293A-C923-4F3F-AE8F-23F74E3B00C9}"/>
              </a:ext>
            </a:extLst>
          </p:cNvPr>
          <p:cNvSpPr>
            <a:spLocks noGrp="1"/>
          </p:cNvSpPr>
          <p:nvPr>
            <p:ph type="subTitle" idx="1"/>
          </p:nvPr>
        </p:nvSpPr>
        <p:spPr>
          <a:xfrm>
            <a:off x="5291667" y="4479369"/>
            <a:ext cx="5370237" cy="1189912"/>
          </a:xfrm>
        </p:spPr>
        <p:txBody>
          <a:bodyPr vert="horz" lIns="91440" tIns="45720" rIns="91440" bIns="45720" rtlCol="0">
            <a:normAutofit/>
          </a:bodyPr>
          <a:lstStyle/>
          <a:p>
            <a:r>
              <a:rPr lang="en-US" sz="2400"/>
              <a:t>Walt Disney</a:t>
            </a:r>
          </a:p>
        </p:txBody>
      </p:sp>
      <p:pic>
        <p:nvPicPr>
          <p:cNvPr id="6" name="Picture Placeholder 5" descr="Image of a glass of water with orange slices and blueberries&#10;">
            <a:extLst>
              <a:ext uri="{FF2B5EF4-FFF2-40B4-BE49-F238E27FC236}">
                <a16:creationId xmlns:a16="http://schemas.microsoft.com/office/drawing/2014/main" id="{1B04B052-E6DF-4BF0-8FE7-9B077DDAB09E}"/>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l="9645" r="53699" b="-1"/>
          <a:stretch/>
        </p:blipFill>
        <p:spPr>
          <a:xfrm>
            <a:off x="762000" y="762000"/>
            <a:ext cx="3890923" cy="5334000"/>
          </a:xfrm>
          <a:prstGeom prst="rect">
            <a:avLst/>
          </a:prstGeom>
        </p:spPr>
      </p:pic>
      <p:sp>
        <p:nvSpPr>
          <p:cNvPr id="12" name="Footer Placeholder 11">
            <a:extLst>
              <a:ext uri="{FF2B5EF4-FFF2-40B4-BE49-F238E27FC236}">
                <a16:creationId xmlns:a16="http://schemas.microsoft.com/office/drawing/2014/main" id="{7A208888-C00D-4C50-A30C-E6FCAB5FA59A}"/>
              </a:ext>
            </a:extLst>
          </p:cNvPr>
          <p:cNvSpPr>
            <a:spLocks noGrp="1"/>
          </p:cNvSpPr>
          <p:nvPr>
            <p:ph type="ftr" sz="quarter" idx="11"/>
          </p:nvPr>
        </p:nvSpPr>
        <p:spPr>
          <a:xfrm>
            <a:off x="758952" y="6400800"/>
            <a:ext cx="6099048" cy="365125"/>
          </a:xfrm>
        </p:spPr>
        <p:txBody>
          <a:bodyPr vert="horz" lIns="91440" tIns="45720" rIns="91440" bIns="45720" rtlCol="0" anchor="ctr">
            <a:normAutofit/>
          </a:bodyPr>
          <a:lstStyle/>
          <a:p>
            <a:pPr>
              <a:spcAft>
                <a:spcPts val="600"/>
              </a:spcAft>
            </a:pPr>
            <a:r>
              <a:rPr lang="en-US" kern="1200" dirty="0">
                <a:solidFill>
                  <a:srgbClr val="FFFFFF"/>
                </a:solidFill>
                <a:latin typeface="+mn-lt"/>
                <a:ea typeface="+mn-ea"/>
                <a:cs typeface="+mn-cs"/>
              </a:rPr>
              <a:t>Sample footer text</a:t>
            </a:r>
          </a:p>
        </p:txBody>
      </p:sp>
      <p:sp>
        <p:nvSpPr>
          <p:cNvPr id="11" name="Date Placeholder 10">
            <a:extLst>
              <a:ext uri="{FF2B5EF4-FFF2-40B4-BE49-F238E27FC236}">
                <a16:creationId xmlns:a16="http://schemas.microsoft.com/office/drawing/2014/main" id="{4104F275-9E95-47DD-859C-DF128F4F68E4}"/>
              </a:ext>
            </a:extLst>
          </p:cNvPr>
          <p:cNvSpPr>
            <a:spLocks noGrp="1"/>
          </p:cNvSpPr>
          <p:nvPr>
            <p:ph type="dt" sz="half" idx="10"/>
          </p:nvPr>
        </p:nvSpPr>
        <p:spPr>
          <a:xfrm>
            <a:off x="8805672" y="6400800"/>
            <a:ext cx="1865376" cy="365125"/>
          </a:xfrm>
        </p:spPr>
        <p:txBody>
          <a:bodyPr vert="horz" lIns="91440" tIns="45720" rIns="91440" bIns="45720" rtlCol="0" anchor="ctr">
            <a:normAutofit/>
          </a:bodyPr>
          <a:lstStyle/>
          <a:p>
            <a:pPr>
              <a:spcAft>
                <a:spcPts val="600"/>
              </a:spcAft>
            </a:pPr>
            <a:r>
              <a:rPr lang="en-US" dirty="0">
                <a:solidFill>
                  <a:srgbClr val="FFFFFF"/>
                </a:solidFill>
              </a:rPr>
              <a:t>3/1/20XX</a:t>
            </a:r>
          </a:p>
        </p:txBody>
      </p:sp>
      <p:sp>
        <p:nvSpPr>
          <p:cNvPr id="13" name="Slide Number Placeholder 12">
            <a:extLst>
              <a:ext uri="{FF2B5EF4-FFF2-40B4-BE49-F238E27FC236}">
                <a16:creationId xmlns:a16="http://schemas.microsoft.com/office/drawing/2014/main" id="{48AF2CAF-4D8D-43C4-8EC0-040A1E489120}"/>
              </a:ext>
            </a:extLst>
          </p:cNvPr>
          <p:cNvSpPr>
            <a:spLocks noGrp="1"/>
          </p:cNvSpPr>
          <p:nvPr>
            <p:ph type="sldNum" sz="quarter" idx="12"/>
          </p:nvPr>
        </p:nvSpPr>
        <p:spPr>
          <a:xfrm>
            <a:off x="10899648" y="6400800"/>
            <a:ext cx="530352" cy="365125"/>
          </a:xfrm>
        </p:spPr>
        <p:txBody>
          <a:bodyPr vert="horz" lIns="91440" tIns="45720" rIns="91440" bIns="45720" rtlCol="0" anchor="ctr">
            <a:normAutofit/>
          </a:bodyPr>
          <a:lstStyle/>
          <a:p>
            <a:pPr>
              <a:spcAft>
                <a:spcPts val="600"/>
              </a:spcAft>
            </a:pPr>
            <a:fld id="{CB1E4CB7-CB13-4810-BF18-BE31AFC64F93}" type="slidenum">
              <a:rPr lang="en-US">
                <a:solidFill>
                  <a:srgbClr val="FFFFFF"/>
                </a:solidFill>
              </a:rPr>
              <a:pPr>
                <a:spcAft>
                  <a:spcPts val="600"/>
                </a:spcAft>
              </a:pPr>
              <a:t>10</a:t>
            </a:fld>
            <a:endParaRPr lang="en-US">
              <a:solidFill>
                <a:srgbClr val="FFFFFF"/>
              </a:solidFill>
            </a:endParaRPr>
          </a:p>
        </p:txBody>
      </p:sp>
      <p:pic>
        <p:nvPicPr>
          <p:cNvPr id="5" name="Picture 4">
            <a:extLst>
              <a:ext uri="{FF2B5EF4-FFF2-40B4-BE49-F238E27FC236}">
                <a16:creationId xmlns:a16="http://schemas.microsoft.com/office/drawing/2014/main" id="{A26F9B4C-073A-17C0-02C2-715C4686972C}"/>
              </a:ext>
            </a:extLst>
          </p:cNvPr>
          <p:cNvPicPr>
            <a:picLocks noChangeAspect="1"/>
          </p:cNvPicPr>
          <p:nvPr/>
        </p:nvPicPr>
        <p:blipFill>
          <a:blip r:embed="rId3"/>
          <a:stretch>
            <a:fillRect/>
          </a:stretch>
        </p:blipFill>
        <p:spPr>
          <a:xfrm>
            <a:off x="1192975" y="0"/>
            <a:ext cx="9806049" cy="6858000"/>
          </a:xfrm>
          <a:prstGeom prst="rect">
            <a:avLst/>
          </a:prstGeom>
        </p:spPr>
      </p:pic>
    </p:spTree>
    <p:extLst>
      <p:ext uri="{BB962C8B-B14F-4D97-AF65-F5344CB8AC3E}">
        <p14:creationId xmlns:p14="http://schemas.microsoft.com/office/powerpoint/2010/main" val="1240846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89FBE86A-6A13-0298-CBB1-E524AA0FE1BC}"/>
              </a:ext>
            </a:extLst>
          </p:cNvPr>
          <p:cNvPicPr>
            <a:picLocks noGrp="1" noChangeAspect="1"/>
          </p:cNvPicPr>
          <p:nvPr>
            <p:ph sz="quarter" idx="13"/>
          </p:nvPr>
        </p:nvPicPr>
        <p:blipFill>
          <a:blip r:embed="rId2"/>
          <a:stretch>
            <a:fillRect/>
          </a:stretch>
        </p:blipFill>
        <p:spPr>
          <a:xfrm>
            <a:off x="2619375" y="2667000"/>
            <a:ext cx="6953250" cy="2905125"/>
          </a:xfrm>
        </p:spPr>
      </p:pic>
      <p:sp>
        <p:nvSpPr>
          <p:cNvPr id="4" name="Footer Placeholder 3">
            <a:extLst>
              <a:ext uri="{FF2B5EF4-FFF2-40B4-BE49-F238E27FC236}">
                <a16:creationId xmlns:a16="http://schemas.microsoft.com/office/drawing/2014/main" id="{DA83DBE9-99A9-C6B9-87B9-92D452E9E9D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D4C1F779-9A6D-DE62-DCD8-16BADF5A2077}"/>
              </a:ext>
            </a:extLst>
          </p:cNvPr>
          <p:cNvSpPr>
            <a:spLocks noGrp="1"/>
          </p:cNvSpPr>
          <p:nvPr>
            <p:ph type="dt" sz="half" idx="10"/>
          </p:nvPr>
        </p:nvSpPr>
        <p:spPr/>
        <p:txBody>
          <a:bodyPr/>
          <a:lstStyle/>
          <a:p>
            <a:r>
              <a:rPr lang="en-US"/>
              <a:t>3/1/20XX</a:t>
            </a:r>
          </a:p>
        </p:txBody>
      </p:sp>
      <p:sp>
        <p:nvSpPr>
          <p:cNvPr id="6" name="Slide Number Placeholder 5">
            <a:extLst>
              <a:ext uri="{FF2B5EF4-FFF2-40B4-BE49-F238E27FC236}">
                <a16:creationId xmlns:a16="http://schemas.microsoft.com/office/drawing/2014/main" id="{A5623B56-8DE2-4D4B-0A57-7A069C383B28}"/>
              </a:ext>
            </a:extLst>
          </p:cNvPr>
          <p:cNvSpPr>
            <a:spLocks noGrp="1"/>
          </p:cNvSpPr>
          <p:nvPr>
            <p:ph type="sldNum" sz="quarter" idx="12"/>
          </p:nvPr>
        </p:nvSpPr>
        <p:spPr/>
        <p:txBody>
          <a:bodyPr/>
          <a:lstStyle/>
          <a:p>
            <a:fld id="{CB1E4CB7-CB13-4810-BF18-BE31AFC64F93}" type="slidenum">
              <a:rPr lang="en-US" smtClean="0"/>
              <a:t>11</a:t>
            </a:fld>
            <a:endParaRPr lang="en-US"/>
          </a:p>
        </p:txBody>
      </p:sp>
    </p:spTree>
    <p:extLst>
      <p:ext uri="{BB962C8B-B14F-4D97-AF65-F5344CB8AC3E}">
        <p14:creationId xmlns:p14="http://schemas.microsoft.com/office/powerpoint/2010/main" val="1264150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4637116-DE5A-9612-D04D-00561B1D5C1B}"/>
              </a:ext>
            </a:extLst>
          </p:cNvPr>
          <p:cNvPicPr>
            <a:picLocks noChangeAspect="1"/>
          </p:cNvPicPr>
          <p:nvPr/>
        </p:nvPicPr>
        <p:blipFill>
          <a:blip r:embed="rId2"/>
          <a:stretch>
            <a:fillRect/>
          </a:stretch>
        </p:blipFill>
        <p:spPr>
          <a:xfrm>
            <a:off x="1057275" y="1123950"/>
            <a:ext cx="10077450" cy="4610100"/>
          </a:xfrm>
          <a:prstGeom prst="rect">
            <a:avLst/>
          </a:prstGeom>
        </p:spPr>
      </p:pic>
    </p:spTree>
    <p:extLst>
      <p:ext uri="{BB962C8B-B14F-4D97-AF65-F5344CB8AC3E}">
        <p14:creationId xmlns:p14="http://schemas.microsoft.com/office/powerpoint/2010/main" val="3721917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Freeform: Shape 30">
            <a:extLst>
              <a:ext uri="{FF2B5EF4-FFF2-40B4-BE49-F238E27FC236}">
                <a16:creationId xmlns:a16="http://schemas.microsoft.com/office/drawing/2014/main" id="{49306479-8C4D-4E4A-A330-DFC80A8A0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2" name="Rectangle 31">
            <a:extLst>
              <a:ext uri="{FF2B5EF4-FFF2-40B4-BE49-F238E27FC236}">
                <a16:creationId xmlns:a16="http://schemas.microsoft.com/office/drawing/2014/main" id="{ACEDC033-8DAA-4024-87F5-57430053A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D584A691-C497-4066-927B-46560195E1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4" name="Rectangle 33">
            <a:extLst>
              <a:ext uri="{FF2B5EF4-FFF2-40B4-BE49-F238E27FC236}">
                <a16:creationId xmlns:a16="http://schemas.microsoft.com/office/drawing/2014/main" id="{619A6F3B-F0D9-4CB0-B8A1-B84B57852C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1" y="0"/>
            <a:ext cx="6095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graph showing the amount of machine learning models&#10;&#10;Description automatically generated">
            <a:extLst>
              <a:ext uri="{FF2B5EF4-FFF2-40B4-BE49-F238E27FC236}">
                <a16:creationId xmlns:a16="http://schemas.microsoft.com/office/drawing/2014/main" id="{031602B9-D217-C81D-76C1-3DDA569D1F34}"/>
              </a:ext>
            </a:extLst>
          </p:cNvPr>
          <p:cNvPicPr>
            <a:picLocks noChangeAspect="1"/>
          </p:cNvPicPr>
          <p:nvPr/>
        </p:nvPicPr>
        <p:blipFill>
          <a:blip r:embed="rId2"/>
          <a:stretch>
            <a:fillRect/>
          </a:stretch>
        </p:blipFill>
        <p:spPr>
          <a:xfrm>
            <a:off x="1405464" y="1470894"/>
            <a:ext cx="10051831" cy="4548453"/>
          </a:xfrm>
          <a:prstGeom prst="rect">
            <a:avLst/>
          </a:prstGeom>
        </p:spPr>
      </p:pic>
      <p:sp>
        <p:nvSpPr>
          <p:cNvPr id="4" name="Footer Placeholder 3">
            <a:extLst>
              <a:ext uri="{FF2B5EF4-FFF2-40B4-BE49-F238E27FC236}">
                <a16:creationId xmlns:a16="http://schemas.microsoft.com/office/drawing/2014/main" id="{F1677A82-1CA7-7ED1-CC00-CEE18BC62223}"/>
              </a:ext>
            </a:extLst>
          </p:cNvPr>
          <p:cNvSpPr>
            <a:spLocks noGrp="1"/>
          </p:cNvSpPr>
          <p:nvPr>
            <p:ph type="ftr" sz="quarter" idx="11"/>
          </p:nvPr>
        </p:nvSpPr>
        <p:spPr>
          <a:xfrm>
            <a:off x="758952" y="6400800"/>
            <a:ext cx="6099048" cy="365125"/>
          </a:xfrm>
        </p:spPr>
        <p:txBody>
          <a:bodyPr vert="horz" lIns="91440" tIns="45720" rIns="91440" bIns="45720" rtlCol="0" anchor="ctr">
            <a:normAutofit/>
          </a:bodyPr>
          <a:lstStyle/>
          <a:p>
            <a:pPr>
              <a:spcAft>
                <a:spcPts val="600"/>
              </a:spcAft>
            </a:pPr>
            <a:r>
              <a:rPr lang="en-US" kern="1200">
                <a:solidFill>
                  <a:schemeClr val="tx1"/>
                </a:solidFill>
                <a:latin typeface="+mn-lt"/>
                <a:ea typeface="+mn-ea"/>
                <a:cs typeface="+mn-cs"/>
              </a:rPr>
              <a:t>Sample footer text</a:t>
            </a:r>
          </a:p>
        </p:txBody>
      </p:sp>
      <p:sp>
        <p:nvSpPr>
          <p:cNvPr id="5" name="Date Placeholder 4">
            <a:extLst>
              <a:ext uri="{FF2B5EF4-FFF2-40B4-BE49-F238E27FC236}">
                <a16:creationId xmlns:a16="http://schemas.microsoft.com/office/drawing/2014/main" id="{8EA7A702-14D2-7430-56A3-7C44EE6DB68C}"/>
              </a:ext>
            </a:extLst>
          </p:cNvPr>
          <p:cNvSpPr>
            <a:spLocks noGrp="1"/>
          </p:cNvSpPr>
          <p:nvPr>
            <p:ph type="dt" sz="half" idx="10"/>
          </p:nvPr>
        </p:nvSpPr>
        <p:spPr>
          <a:xfrm>
            <a:off x="8805672" y="6400800"/>
            <a:ext cx="1865376" cy="365125"/>
          </a:xfrm>
        </p:spPr>
        <p:txBody>
          <a:bodyPr vert="horz" lIns="91440" tIns="45720" rIns="91440" bIns="45720" rtlCol="0" anchor="ctr">
            <a:normAutofit/>
          </a:bodyPr>
          <a:lstStyle/>
          <a:p>
            <a:pPr>
              <a:spcAft>
                <a:spcPts val="600"/>
              </a:spcAft>
            </a:pPr>
            <a:r>
              <a:rPr lang="en-US"/>
              <a:t>3/1/20XX</a:t>
            </a:r>
          </a:p>
        </p:txBody>
      </p:sp>
      <p:sp>
        <p:nvSpPr>
          <p:cNvPr id="6" name="Slide Number Placeholder 5">
            <a:extLst>
              <a:ext uri="{FF2B5EF4-FFF2-40B4-BE49-F238E27FC236}">
                <a16:creationId xmlns:a16="http://schemas.microsoft.com/office/drawing/2014/main" id="{06C973D1-72D9-ADCC-ADCA-5B56669086E2}"/>
              </a:ext>
            </a:extLst>
          </p:cNvPr>
          <p:cNvSpPr>
            <a:spLocks noGrp="1"/>
          </p:cNvSpPr>
          <p:nvPr>
            <p:ph type="sldNum" sz="quarter" idx="12"/>
          </p:nvPr>
        </p:nvSpPr>
        <p:spPr>
          <a:xfrm>
            <a:off x="10899648" y="6400800"/>
            <a:ext cx="530352" cy="365125"/>
          </a:xfrm>
        </p:spPr>
        <p:txBody>
          <a:bodyPr vert="horz" lIns="91440" tIns="45720" rIns="91440" bIns="45720" rtlCol="0" anchor="ctr">
            <a:normAutofit/>
          </a:bodyPr>
          <a:lstStyle/>
          <a:p>
            <a:pPr>
              <a:spcAft>
                <a:spcPts val="600"/>
              </a:spcAft>
            </a:pPr>
            <a:fld id="{CB1E4CB7-CB13-4810-BF18-BE31AFC64F93}" type="slidenum">
              <a:rPr lang="en-US" smtClean="0"/>
              <a:pPr>
                <a:spcAft>
                  <a:spcPts val="600"/>
                </a:spcAft>
              </a:pPr>
              <a:t>13</a:t>
            </a:fld>
            <a:endParaRPr lang="en-US"/>
          </a:p>
        </p:txBody>
      </p:sp>
    </p:spTree>
    <p:extLst>
      <p:ext uri="{BB962C8B-B14F-4D97-AF65-F5344CB8AC3E}">
        <p14:creationId xmlns:p14="http://schemas.microsoft.com/office/powerpoint/2010/main" val="1354140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A7EF77-B3A6-4EC7-9C15-89EEB984E020}"/>
              </a:ext>
            </a:extLst>
          </p:cNvPr>
          <p:cNvSpPr>
            <a:spLocks noGrp="1"/>
          </p:cNvSpPr>
          <p:nvPr>
            <p:ph type="title"/>
          </p:nvPr>
        </p:nvSpPr>
        <p:spPr>
          <a:xfrm>
            <a:off x="1517904" y="1517904"/>
            <a:ext cx="9144000" cy="787146"/>
          </a:xfrm>
        </p:spPr>
        <p:txBody>
          <a:bodyPr>
            <a:normAutofit/>
          </a:bodyPr>
          <a:lstStyle/>
          <a:p>
            <a:r>
              <a:rPr lang="en-US" dirty="0"/>
              <a:t>Content</a:t>
            </a:r>
          </a:p>
        </p:txBody>
      </p:sp>
      <p:sp>
        <p:nvSpPr>
          <p:cNvPr id="2" name="Text Placeholder 1">
            <a:extLst>
              <a:ext uri="{FF2B5EF4-FFF2-40B4-BE49-F238E27FC236}">
                <a16:creationId xmlns:a16="http://schemas.microsoft.com/office/drawing/2014/main" id="{79716383-4E86-4C1B-9602-EABE14A1F73E}"/>
              </a:ext>
            </a:extLst>
          </p:cNvPr>
          <p:cNvSpPr>
            <a:spLocks noGrp="1"/>
          </p:cNvSpPr>
          <p:nvPr>
            <p:ph type="body" idx="1"/>
          </p:nvPr>
        </p:nvSpPr>
        <p:spPr>
          <a:xfrm>
            <a:off x="1517905" y="2696718"/>
            <a:ext cx="4334256" cy="606026"/>
          </a:xfrm>
        </p:spPr>
        <p:txBody>
          <a:bodyPr/>
          <a:lstStyle/>
          <a:p>
            <a:r>
              <a:rPr lang="en-US" dirty="0"/>
              <a:t>Subtitle</a:t>
            </a:r>
          </a:p>
        </p:txBody>
      </p:sp>
      <p:sp>
        <p:nvSpPr>
          <p:cNvPr id="3" name="Content Placeholder 2">
            <a:extLst>
              <a:ext uri="{FF2B5EF4-FFF2-40B4-BE49-F238E27FC236}">
                <a16:creationId xmlns:a16="http://schemas.microsoft.com/office/drawing/2014/main" id="{975B74AE-546C-4A26-BDD5-2BD124FD2C39}"/>
              </a:ext>
            </a:extLst>
          </p:cNvPr>
          <p:cNvSpPr>
            <a:spLocks noGrp="1"/>
          </p:cNvSpPr>
          <p:nvPr>
            <p:ph sz="half" idx="2"/>
          </p:nvPr>
        </p:nvSpPr>
        <p:spPr>
          <a:xfrm>
            <a:off x="1517904" y="3397337"/>
            <a:ext cx="4334256" cy="2449645"/>
          </a:xfrm>
        </p:spPr>
        <p:txBody>
          <a:bodyPr>
            <a:normAutofit/>
          </a:bodyPr>
          <a:lstStyle/>
          <a:p>
            <a:r>
              <a:rPr lang="en-US" dirty="0"/>
              <a:t>Accuracy scores for each model. </a:t>
            </a:r>
          </a:p>
          <a:p>
            <a:r>
              <a:rPr lang="en-US" dirty="0"/>
              <a:t>Plotting the accuracy scores. </a:t>
            </a:r>
          </a:p>
          <a:p>
            <a:r>
              <a:rPr lang="en-US" dirty="0"/>
              <a:t>predict based on the input features. </a:t>
            </a:r>
          </a:p>
        </p:txBody>
      </p:sp>
      <p:sp>
        <p:nvSpPr>
          <p:cNvPr id="4" name="Text Placeholder 3">
            <a:extLst>
              <a:ext uri="{FF2B5EF4-FFF2-40B4-BE49-F238E27FC236}">
                <a16:creationId xmlns:a16="http://schemas.microsoft.com/office/drawing/2014/main" id="{3F3ADAD5-E67E-408A-87BE-C70E16A34F0C}"/>
              </a:ext>
            </a:extLst>
          </p:cNvPr>
          <p:cNvSpPr>
            <a:spLocks noGrp="1"/>
          </p:cNvSpPr>
          <p:nvPr>
            <p:ph type="body" sz="quarter" idx="3"/>
          </p:nvPr>
        </p:nvSpPr>
        <p:spPr>
          <a:xfrm>
            <a:off x="6336792" y="2696718"/>
            <a:ext cx="4334256" cy="606026"/>
          </a:xfrm>
        </p:spPr>
        <p:txBody>
          <a:bodyPr/>
          <a:lstStyle/>
          <a:p>
            <a:r>
              <a:rPr lang="en-US"/>
              <a:t>Subtitle</a:t>
            </a:r>
            <a:endParaRPr lang="en-US" dirty="0"/>
          </a:p>
        </p:txBody>
      </p:sp>
      <p:sp>
        <p:nvSpPr>
          <p:cNvPr id="5" name="Content Placeholder 4">
            <a:extLst>
              <a:ext uri="{FF2B5EF4-FFF2-40B4-BE49-F238E27FC236}">
                <a16:creationId xmlns:a16="http://schemas.microsoft.com/office/drawing/2014/main" id="{DD2567E2-A69E-4C26-B585-8B3CB193C2D7}"/>
              </a:ext>
            </a:extLst>
          </p:cNvPr>
          <p:cNvSpPr>
            <a:spLocks noGrp="1"/>
          </p:cNvSpPr>
          <p:nvPr>
            <p:ph sz="quarter" idx="4"/>
          </p:nvPr>
        </p:nvSpPr>
        <p:spPr>
          <a:xfrm>
            <a:off x="6336792" y="3397337"/>
            <a:ext cx="4334256" cy="2449645"/>
          </a:xfrm>
        </p:spPr>
        <p:txBody>
          <a:bodyPr>
            <a:normAutofit/>
          </a:bodyPr>
          <a:lstStyle/>
          <a:p>
            <a:r>
              <a:rPr lang="en-US" dirty="0"/>
              <a:t>Train and test the model </a:t>
            </a:r>
          </a:p>
          <a:p>
            <a:pPr marL="0" indent="0">
              <a:buNone/>
            </a:pPr>
            <a:r>
              <a:rPr lang="en-US" dirty="0"/>
              <a:t> </a:t>
            </a:r>
          </a:p>
        </p:txBody>
      </p:sp>
      <p:sp>
        <p:nvSpPr>
          <p:cNvPr id="8" name="Footer Placeholder 7">
            <a:extLst>
              <a:ext uri="{FF2B5EF4-FFF2-40B4-BE49-F238E27FC236}">
                <a16:creationId xmlns:a16="http://schemas.microsoft.com/office/drawing/2014/main" id="{C1D5F42D-7E7B-4EFE-9B66-8141A49BE5AC}"/>
              </a:ext>
            </a:extLst>
          </p:cNvPr>
          <p:cNvSpPr>
            <a:spLocks noGrp="1"/>
          </p:cNvSpPr>
          <p:nvPr>
            <p:ph type="ftr" sz="quarter" idx="11"/>
          </p:nvPr>
        </p:nvSpPr>
        <p:spPr>
          <a:xfrm>
            <a:off x="758952" y="6400800"/>
            <a:ext cx="6099048" cy="365125"/>
          </a:xfrm>
        </p:spPr>
        <p:txBody>
          <a:bodyPr/>
          <a:lstStyle/>
          <a:p>
            <a:r>
              <a:rPr lang="en-US"/>
              <a:t>Sample footer text</a:t>
            </a:r>
          </a:p>
        </p:txBody>
      </p:sp>
      <p:sp>
        <p:nvSpPr>
          <p:cNvPr id="7" name="Date Placeholder 6">
            <a:extLst>
              <a:ext uri="{FF2B5EF4-FFF2-40B4-BE49-F238E27FC236}">
                <a16:creationId xmlns:a16="http://schemas.microsoft.com/office/drawing/2014/main" id="{41D30321-5D90-4509-B1E7-F7C0E82007C6}"/>
              </a:ext>
            </a:extLst>
          </p:cNvPr>
          <p:cNvSpPr>
            <a:spLocks noGrp="1"/>
          </p:cNvSpPr>
          <p:nvPr>
            <p:ph type="dt" sz="half" idx="10"/>
          </p:nvPr>
        </p:nvSpPr>
        <p:spPr>
          <a:xfrm>
            <a:off x="8805672" y="6400800"/>
            <a:ext cx="1865376" cy="365125"/>
          </a:xfrm>
        </p:spPr>
        <p:txBody>
          <a:bodyPr/>
          <a:lstStyle/>
          <a:p>
            <a:r>
              <a:rPr lang="en-US"/>
              <a:t>3/1/20XX</a:t>
            </a:r>
          </a:p>
        </p:txBody>
      </p:sp>
      <p:sp>
        <p:nvSpPr>
          <p:cNvPr id="9" name="Slide Number Placeholder 8">
            <a:extLst>
              <a:ext uri="{FF2B5EF4-FFF2-40B4-BE49-F238E27FC236}">
                <a16:creationId xmlns:a16="http://schemas.microsoft.com/office/drawing/2014/main" id="{8C659246-E790-49FE-A673-1AEFD87FA46B}"/>
              </a:ext>
            </a:extLst>
          </p:cNvPr>
          <p:cNvSpPr>
            <a:spLocks noGrp="1"/>
          </p:cNvSpPr>
          <p:nvPr>
            <p:ph type="sldNum" sz="quarter" idx="12"/>
          </p:nvPr>
        </p:nvSpPr>
        <p:spPr>
          <a:xfrm>
            <a:off x="10899648" y="6400800"/>
            <a:ext cx="530352" cy="365125"/>
          </a:xfrm>
        </p:spPr>
        <p:txBody>
          <a:bodyPr/>
          <a:lstStyle/>
          <a:p>
            <a:fld id="{CB1E4CB7-CB13-4810-BF18-BE31AFC64F93}" type="slidenum">
              <a:rPr lang="en-US" smtClean="0"/>
              <a:pPr/>
              <a:t>14</a:t>
            </a:fld>
            <a:endParaRPr lang="en-US"/>
          </a:p>
        </p:txBody>
      </p:sp>
    </p:spTree>
    <p:extLst>
      <p:ext uri="{BB962C8B-B14F-4D97-AF65-F5344CB8AC3E}">
        <p14:creationId xmlns:p14="http://schemas.microsoft.com/office/powerpoint/2010/main" val="3060177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49306479-8C4D-4E4A-A330-DFC80A8A0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46" name="Rectangle 45">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8" name="Rectangle 47">
            <a:extLst>
              <a:ext uri="{FF2B5EF4-FFF2-40B4-BE49-F238E27FC236}">
                <a16:creationId xmlns:a16="http://schemas.microsoft.com/office/drawing/2014/main" id="{3B272257-593A-402F-88FA-F1DECD9E3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00" y="758952"/>
            <a:ext cx="10668000" cy="5340096"/>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F0D641-5445-4CDB-BF23-DE481B54BE70}"/>
              </a:ext>
            </a:extLst>
          </p:cNvPr>
          <p:cNvSpPr>
            <a:spLocks noGrp="1"/>
          </p:cNvSpPr>
          <p:nvPr>
            <p:ph type="title"/>
          </p:nvPr>
        </p:nvSpPr>
        <p:spPr>
          <a:xfrm>
            <a:off x="5411874" y="1517903"/>
            <a:ext cx="5250030" cy="1345115"/>
          </a:xfrm>
        </p:spPr>
        <p:txBody>
          <a:bodyPr vert="horz" lIns="91440" tIns="45720" rIns="91440" bIns="45720" rtlCol="0" anchor="t">
            <a:normAutofit/>
          </a:bodyPr>
          <a:lstStyle/>
          <a:p>
            <a:r>
              <a:rPr lang="en-US" kern="1200" spc="-50" baseline="0">
                <a:solidFill>
                  <a:schemeClr val="tx1"/>
                </a:solidFill>
                <a:latin typeface="+mj-lt"/>
                <a:ea typeface="+mj-ea"/>
                <a:cs typeface="+mj-cs"/>
              </a:rPr>
              <a:t>Summary</a:t>
            </a:r>
          </a:p>
        </p:txBody>
      </p:sp>
      <p:pic>
        <p:nvPicPr>
          <p:cNvPr id="13" name="Picture Placeholder 12" descr="Image of a bunch of oranges">
            <a:extLst>
              <a:ext uri="{FF2B5EF4-FFF2-40B4-BE49-F238E27FC236}">
                <a16:creationId xmlns:a16="http://schemas.microsoft.com/office/drawing/2014/main" id="{BAF054B5-6ECC-4B09-AF24-E197E92B666B}"/>
              </a:ext>
            </a:extLst>
          </p:cNvPr>
          <p:cNvPicPr>
            <a:picLocks noGrp="1" noChangeAspect="1"/>
          </p:cNvPicPr>
          <p:nvPr>
            <p:ph type="pic" sz="quarter" idx="15"/>
          </p:nvPr>
        </p:nvPicPr>
        <p:blipFill rotWithShape="1">
          <a:blip r:embed="rId2" cstate="screen">
            <a:extLst>
              <a:ext uri="{28A0092B-C50C-407E-A947-70E740481C1C}">
                <a14:useLocalDpi xmlns:a14="http://schemas.microsoft.com/office/drawing/2010/main" val="0"/>
              </a:ext>
            </a:extLst>
          </a:blip>
          <a:srcRect t="268"/>
          <a:stretch/>
        </p:blipFill>
        <p:spPr>
          <a:xfrm>
            <a:off x="761999" y="758952"/>
            <a:ext cx="1947672" cy="2670048"/>
          </a:xfrm>
          <a:prstGeom prst="rect">
            <a:avLst/>
          </a:prstGeom>
        </p:spPr>
      </p:pic>
      <p:pic>
        <p:nvPicPr>
          <p:cNvPr id="11" name="Picture Placeholder 10" descr="Image of lime slice">
            <a:extLst>
              <a:ext uri="{FF2B5EF4-FFF2-40B4-BE49-F238E27FC236}">
                <a16:creationId xmlns:a16="http://schemas.microsoft.com/office/drawing/2014/main" id="{A4AD4D85-8AC5-40A8-A629-874220E829DE}"/>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b="267"/>
          <a:stretch/>
        </p:blipFill>
        <p:spPr>
          <a:xfrm>
            <a:off x="2706624" y="758952"/>
            <a:ext cx="1947672" cy="2670048"/>
          </a:xfrm>
          <a:prstGeom prst="rect">
            <a:avLst/>
          </a:prstGeom>
        </p:spPr>
      </p:pic>
      <p:pic>
        <p:nvPicPr>
          <p:cNvPr id="20" name="Picture Placeholder 19" descr="Image of colorful popsicles">
            <a:extLst>
              <a:ext uri="{FF2B5EF4-FFF2-40B4-BE49-F238E27FC236}">
                <a16:creationId xmlns:a16="http://schemas.microsoft.com/office/drawing/2014/main" id="{0AEF3DEC-195E-48C8-88CA-3F27EF80BF61}"/>
              </a:ext>
            </a:extLst>
          </p:cNvPr>
          <p:cNvPicPr>
            <a:picLocks noGrp="1" noChangeAspect="1"/>
          </p:cNvPicPr>
          <p:nvPr>
            <p:ph type="pic" sz="quarter" idx="16"/>
          </p:nvPr>
        </p:nvPicPr>
        <p:blipFill rotWithShape="1">
          <a:blip r:embed="rId4" cstate="screen">
            <a:extLst>
              <a:ext uri="{28A0092B-C50C-407E-A947-70E740481C1C}">
                <a14:useLocalDpi xmlns:a14="http://schemas.microsoft.com/office/drawing/2010/main" val="0"/>
              </a:ext>
            </a:extLst>
          </a:blip>
          <a:srcRect b="267"/>
          <a:stretch/>
        </p:blipFill>
        <p:spPr>
          <a:xfrm>
            <a:off x="761998" y="3429000"/>
            <a:ext cx="1947672" cy="2670048"/>
          </a:xfrm>
          <a:prstGeom prst="rect">
            <a:avLst/>
          </a:prstGeom>
        </p:spPr>
      </p:pic>
      <p:pic>
        <p:nvPicPr>
          <p:cNvPr id="9" name="Picture Placeholder 8" descr="2 boba drinks">
            <a:extLst>
              <a:ext uri="{FF2B5EF4-FFF2-40B4-BE49-F238E27FC236}">
                <a16:creationId xmlns:a16="http://schemas.microsoft.com/office/drawing/2014/main" id="{9597FE60-D33F-4396-96D4-A39211C7BEBC}"/>
              </a:ext>
            </a:extLst>
          </p:cNvPr>
          <p:cNvPicPr>
            <a:picLocks noGrp="1" noChangeAspect="1"/>
          </p:cNvPicPr>
          <p:nvPr>
            <p:ph type="pic" sz="quarter" idx="13"/>
          </p:nvPr>
        </p:nvPicPr>
        <p:blipFill rotWithShape="1">
          <a:blip r:embed="rId5" cstate="screen">
            <a:extLst>
              <a:ext uri="{28A0092B-C50C-407E-A947-70E740481C1C}">
                <a14:useLocalDpi xmlns:a14="http://schemas.microsoft.com/office/drawing/2010/main" val="0"/>
              </a:ext>
            </a:extLst>
          </a:blip>
          <a:srcRect r="187" b="-2"/>
          <a:stretch/>
        </p:blipFill>
        <p:spPr>
          <a:xfrm>
            <a:off x="2707464" y="3428998"/>
            <a:ext cx="1945461" cy="2670049"/>
          </a:xfrm>
          <a:prstGeom prst="rect">
            <a:avLst/>
          </a:prstGeom>
        </p:spPr>
      </p:pic>
      <p:sp>
        <p:nvSpPr>
          <p:cNvPr id="5" name="Content Placeholder 4">
            <a:extLst>
              <a:ext uri="{FF2B5EF4-FFF2-40B4-BE49-F238E27FC236}">
                <a16:creationId xmlns:a16="http://schemas.microsoft.com/office/drawing/2014/main" id="{CDFE37DF-D0B2-6D6E-4220-BC3597C42B61}"/>
              </a:ext>
            </a:extLst>
          </p:cNvPr>
          <p:cNvSpPr>
            <a:spLocks noGrp="1"/>
          </p:cNvSpPr>
          <p:nvPr>
            <p:ph idx="1"/>
          </p:nvPr>
        </p:nvSpPr>
        <p:spPr>
          <a:xfrm>
            <a:off x="5411874" y="2970222"/>
            <a:ext cx="5250030" cy="2610771"/>
          </a:xfrm>
        </p:spPr>
        <p:txBody>
          <a:bodyPr vert="horz" lIns="91440" tIns="45720" rIns="91440" bIns="45720" rtlCol="0">
            <a:normAutofit lnSpcReduction="10000"/>
          </a:bodyPr>
          <a:lstStyle/>
          <a:p>
            <a:pPr>
              <a:lnSpc>
                <a:spcPct val="105000"/>
              </a:lnSpc>
              <a:spcAft>
                <a:spcPts val="600"/>
              </a:spcAft>
            </a:pPr>
            <a:r>
              <a:rPr lang="en-US" dirty="0"/>
              <a:t>Take the date then training and testing it by using the models then take the three models that give the best accuracy</a:t>
            </a:r>
          </a:p>
          <a:p>
            <a:pPr>
              <a:lnSpc>
                <a:spcPct val="105000"/>
              </a:lnSpc>
              <a:spcAft>
                <a:spcPts val="600"/>
              </a:spcAft>
            </a:pPr>
            <a:r>
              <a:rPr lang="en-US" dirty="0"/>
              <a:t>, %80 of the work is data preprocessing, and %20 of the work is modeling in a machine learning</a:t>
            </a:r>
          </a:p>
          <a:p>
            <a:pPr>
              <a:lnSpc>
                <a:spcPct val="105000"/>
              </a:lnSpc>
              <a:spcAft>
                <a:spcPts val="600"/>
              </a:spcAft>
            </a:pPr>
            <a:endParaRPr lang="en-US" dirty="0"/>
          </a:p>
          <a:p>
            <a:pPr>
              <a:lnSpc>
                <a:spcPct val="105000"/>
              </a:lnSpc>
              <a:spcAft>
                <a:spcPts val="600"/>
              </a:spcAft>
            </a:pPr>
            <a:endParaRPr lang="en-US" dirty="0"/>
          </a:p>
          <a:p>
            <a:pPr>
              <a:lnSpc>
                <a:spcPct val="105000"/>
              </a:lnSpc>
              <a:spcAft>
                <a:spcPts val="600"/>
              </a:spcAft>
            </a:pPr>
            <a:endParaRPr lang="en-US" dirty="0"/>
          </a:p>
          <a:p>
            <a:pPr>
              <a:lnSpc>
                <a:spcPct val="105000"/>
              </a:lnSpc>
              <a:spcAft>
                <a:spcPts val="600"/>
              </a:spcAft>
            </a:pPr>
            <a:endParaRPr lang="en-US" dirty="0"/>
          </a:p>
          <a:p>
            <a:pPr>
              <a:lnSpc>
                <a:spcPct val="105000"/>
              </a:lnSpc>
              <a:spcAft>
                <a:spcPts val="600"/>
              </a:spcAft>
            </a:pPr>
            <a:endParaRPr lang="en-US" dirty="0"/>
          </a:p>
        </p:txBody>
      </p:sp>
      <p:sp>
        <p:nvSpPr>
          <p:cNvPr id="17" name="Footer Placeholder 16">
            <a:extLst>
              <a:ext uri="{FF2B5EF4-FFF2-40B4-BE49-F238E27FC236}">
                <a16:creationId xmlns:a16="http://schemas.microsoft.com/office/drawing/2014/main" id="{8DC7ED9C-0D38-4EB1-977B-7FBC2EA1D1F5}"/>
              </a:ext>
            </a:extLst>
          </p:cNvPr>
          <p:cNvSpPr>
            <a:spLocks noGrp="1"/>
          </p:cNvSpPr>
          <p:nvPr>
            <p:ph type="ftr" sz="quarter" idx="11"/>
          </p:nvPr>
        </p:nvSpPr>
        <p:spPr>
          <a:xfrm>
            <a:off x="758952" y="6400800"/>
            <a:ext cx="6099048" cy="365125"/>
          </a:xfrm>
        </p:spPr>
        <p:txBody>
          <a:bodyPr vert="horz" lIns="91440" tIns="45720" rIns="91440" bIns="45720" rtlCol="0" anchor="ctr">
            <a:normAutofit/>
          </a:bodyPr>
          <a:lstStyle/>
          <a:p>
            <a:pPr>
              <a:spcAft>
                <a:spcPts val="600"/>
              </a:spcAft>
            </a:pPr>
            <a:r>
              <a:rPr lang="en-US" kern="1200">
                <a:solidFill>
                  <a:srgbClr val="FFFFFF"/>
                </a:solidFill>
                <a:latin typeface="+mn-lt"/>
                <a:ea typeface="+mn-ea"/>
                <a:cs typeface="+mn-cs"/>
              </a:rPr>
              <a:t>Sample footer text</a:t>
            </a:r>
          </a:p>
        </p:txBody>
      </p:sp>
      <p:sp>
        <p:nvSpPr>
          <p:cNvPr id="16" name="Date Placeholder 15">
            <a:extLst>
              <a:ext uri="{FF2B5EF4-FFF2-40B4-BE49-F238E27FC236}">
                <a16:creationId xmlns:a16="http://schemas.microsoft.com/office/drawing/2014/main" id="{4B9484BA-DE40-439E-A2DE-3C851FDD5475}"/>
              </a:ext>
            </a:extLst>
          </p:cNvPr>
          <p:cNvSpPr>
            <a:spLocks noGrp="1"/>
          </p:cNvSpPr>
          <p:nvPr>
            <p:ph type="dt" sz="half" idx="10"/>
          </p:nvPr>
        </p:nvSpPr>
        <p:spPr>
          <a:xfrm>
            <a:off x="8805672" y="6400800"/>
            <a:ext cx="1865376" cy="365125"/>
          </a:xfrm>
        </p:spPr>
        <p:txBody>
          <a:bodyPr vert="horz" lIns="91440" tIns="45720" rIns="91440" bIns="45720" rtlCol="0" anchor="ctr">
            <a:normAutofit/>
          </a:bodyPr>
          <a:lstStyle/>
          <a:p>
            <a:pPr>
              <a:spcAft>
                <a:spcPts val="600"/>
              </a:spcAft>
            </a:pPr>
            <a:r>
              <a:rPr lang="en-US">
                <a:solidFill>
                  <a:srgbClr val="FFFFFF"/>
                </a:solidFill>
              </a:rPr>
              <a:t>3/1/20XX</a:t>
            </a:r>
          </a:p>
        </p:txBody>
      </p:sp>
      <p:sp>
        <p:nvSpPr>
          <p:cNvPr id="18" name="Slide Number Placeholder 17">
            <a:extLst>
              <a:ext uri="{FF2B5EF4-FFF2-40B4-BE49-F238E27FC236}">
                <a16:creationId xmlns:a16="http://schemas.microsoft.com/office/drawing/2014/main" id="{C96B839E-3F89-48A0-913B-EF8CF32905A0}"/>
              </a:ext>
            </a:extLst>
          </p:cNvPr>
          <p:cNvSpPr>
            <a:spLocks noGrp="1"/>
          </p:cNvSpPr>
          <p:nvPr>
            <p:ph type="sldNum" sz="quarter" idx="12"/>
          </p:nvPr>
        </p:nvSpPr>
        <p:spPr>
          <a:xfrm>
            <a:off x="10899648" y="6400800"/>
            <a:ext cx="530352" cy="365125"/>
          </a:xfrm>
        </p:spPr>
        <p:txBody>
          <a:bodyPr vert="horz" lIns="91440" tIns="45720" rIns="91440" bIns="45720" rtlCol="0" anchor="ctr">
            <a:normAutofit/>
          </a:bodyPr>
          <a:lstStyle/>
          <a:p>
            <a:pPr>
              <a:spcAft>
                <a:spcPts val="600"/>
              </a:spcAft>
            </a:pPr>
            <a:fld id="{CB1E4CB7-CB13-4810-BF18-BE31AFC64F93}" type="slidenum">
              <a:rPr lang="en-US">
                <a:solidFill>
                  <a:srgbClr val="FFFFFF"/>
                </a:solidFill>
              </a:rPr>
              <a:pPr>
                <a:spcAft>
                  <a:spcPts val="600"/>
                </a:spcAft>
              </a:pPr>
              <a:t>15</a:t>
            </a:fld>
            <a:endParaRPr lang="en-US">
              <a:solidFill>
                <a:srgbClr val="FFFFFF"/>
              </a:solidFill>
            </a:endParaRPr>
          </a:p>
        </p:txBody>
      </p:sp>
    </p:spTree>
    <p:extLst>
      <p:ext uri="{BB962C8B-B14F-4D97-AF65-F5344CB8AC3E}">
        <p14:creationId xmlns:p14="http://schemas.microsoft.com/office/powerpoint/2010/main" val="1310275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Image of lime slice">
            <a:extLst>
              <a:ext uri="{FF2B5EF4-FFF2-40B4-BE49-F238E27FC236}">
                <a16:creationId xmlns:a16="http://schemas.microsoft.com/office/drawing/2014/main" id="{9056A385-DF9B-4C71-BB88-1620C27E8ADA}"/>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58952" y="761988"/>
            <a:ext cx="3566160" cy="2660904"/>
          </a:xfrm>
        </p:spPr>
      </p:pic>
      <p:pic>
        <p:nvPicPr>
          <p:cNvPr id="10" name="Picture Placeholder 9" descr="Image of colorful popsicles">
            <a:extLst>
              <a:ext uri="{FF2B5EF4-FFF2-40B4-BE49-F238E27FC236}">
                <a16:creationId xmlns:a16="http://schemas.microsoft.com/office/drawing/2014/main" id="{99655ACF-0F87-4DB8-A51C-23BE0F9CC3E4}"/>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4294632" y="761980"/>
            <a:ext cx="3566160" cy="2660904"/>
          </a:xfrm>
        </p:spPr>
      </p:pic>
      <p:pic>
        <p:nvPicPr>
          <p:cNvPr id="12" name="Picture Placeholder 11" descr="Close up of a green apple with water drops">
            <a:extLst>
              <a:ext uri="{FF2B5EF4-FFF2-40B4-BE49-F238E27FC236}">
                <a16:creationId xmlns:a16="http://schemas.microsoft.com/office/drawing/2014/main" id="{CAC4BF70-8F99-4595-A84D-6DF3039EBA03}"/>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7859598" y="761980"/>
            <a:ext cx="3566160" cy="2660904"/>
          </a:xfrm>
        </p:spPr>
      </p:pic>
      <p:sp>
        <p:nvSpPr>
          <p:cNvPr id="2" name="Title 1">
            <a:extLst>
              <a:ext uri="{FF2B5EF4-FFF2-40B4-BE49-F238E27FC236}">
                <a16:creationId xmlns:a16="http://schemas.microsoft.com/office/drawing/2014/main" id="{2DFC2480-21DF-4547-B928-8E2BEDC4756E}"/>
              </a:ext>
            </a:extLst>
          </p:cNvPr>
          <p:cNvSpPr>
            <a:spLocks noGrp="1"/>
          </p:cNvSpPr>
          <p:nvPr>
            <p:ph type="title"/>
          </p:nvPr>
        </p:nvSpPr>
        <p:spPr>
          <a:xfrm>
            <a:off x="762000" y="3822282"/>
            <a:ext cx="5012266" cy="2273710"/>
          </a:xfrm>
        </p:spPr>
        <p:txBody>
          <a:bodyPr/>
          <a:lstStyle/>
          <a:p>
            <a:r>
              <a:rPr lang="en-US" dirty="0"/>
              <a:t>Thank you</a:t>
            </a:r>
          </a:p>
        </p:txBody>
      </p:sp>
      <p:sp>
        <p:nvSpPr>
          <p:cNvPr id="14" name="Footer Placeholder 13">
            <a:extLst>
              <a:ext uri="{FF2B5EF4-FFF2-40B4-BE49-F238E27FC236}">
                <a16:creationId xmlns:a16="http://schemas.microsoft.com/office/drawing/2014/main" id="{C477F264-F65D-4387-BC7C-C7ABF157EC28}"/>
              </a:ext>
            </a:extLst>
          </p:cNvPr>
          <p:cNvSpPr>
            <a:spLocks noGrp="1"/>
          </p:cNvSpPr>
          <p:nvPr>
            <p:ph type="ftr" sz="quarter" idx="11"/>
          </p:nvPr>
        </p:nvSpPr>
        <p:spPr>
          <a:xfrm>
            <a:off x="758952" y="6400800"/>
            <a:ext cx="6099048" cy="365125"/>
          </a:xfrm>
        </p:spPr>
        <p:txBody>
          <a:bodyPr/>
          <a:lstStyle/>
          <a:p>
            <a:r>
              <a:rPr lang="en-US"/>
              <a:t>Sample footer text</a:t>
            </a:r>
          </a:p>
        </p:txBody>
      </p:sp>
      <p:sp>
        <p:nvSpPr>
          <p:cNvPr id="13" name="Date Placeholder 12">
            <a:extLst>
              <a:ext uri="{FF2B5EF4-FFF2-40B4-BE49-F238E27FC236}">
                <a16:creationId xmlns:a16="http://schemas.microsoft.com/office/drawing/2014/main" id="{0F7E0785-BC2C-4F58-B5AF-3AC18AC72BB8}"/>
              </a:ext>
            </a:extLst>
          </p:cNvPr>
          <p:cNvSpPr>
            <a:spLocks noGrp="1"/>
          </p:cNvSpPr>
          <p:nvPr>
            <p:ph type="dt" sz="half" idx="10"/>
          </p:nvPr>
        </p:nvSpPr>
        <p:spPr>
          <a:xfrm>
            <a:off x="8805672" y="6400800"/>
            <a:ext cx="1865376" cy="365125"/>
          </a:xfrm>
        </p:spPr>
        <p:txBody>
          <a:bodyPr/>
          <a:lstStyle/>
          <a:p>
            <a:r>
              <a:rPr lang="en-US"/>
              <a:t>3/1/20XX</a:t>
            </a:r>
          </a:p>
        </p:txBody>
      </p:sp>
      <p:sp>
        <p:nvSpPr>
          <p:cNvPr id="15" name="Slide Number Placeholder 14">
            <a:extLst>
              <a:ext uri="{FF2B5EF4-FFF2-40B4-BE49-F238E27FC236}">
                <a16:creationId xmlns:a16="http://schemas.microsoft.com/office/drawing/2014/main" id="{3A04B45E-16DF-47B9-900E-047D593DF25B}"/>
              </a:ext>
            </a:extLst>
          </p:cNvPr>
          <p:cNvSpPr>
            <a:spLocks noGrp="1"/>
          </p:cNvSpPr>
          <p:nvPr>
            <p:ph type="sldNum" sz="quarter" idx="12"/>
          </p:nvPr>
        </p:nvSpPr>
        <p:spPr>
          <a:xfrm>
            <a:off x="10899648" y="6400800"/>
            <a:ext cx="530352" cy="365125"/>
          </a:xfrm>
        </p:spPr>
        <p:txBody>
          <a:bodyPr/>
          <a:lstStyle/>
          <a:p>
            <a:fld id="{CB1E4CB7-CB13-4810-BF18-BE31AFC64F93}" type="slidenum">
              <a:rPr lang="en-US" smtClean="0"/>
              <a:pPr/>
              <a:t>16</a:t>
            </a:fld>
            <a:endParaRPr lang="en-US"/>
          </a:p>
        </p:txBody>
      </p:sp>
    </p:spTree>
    <p:extLst>
      <p:ext uri="{BB962C8B-B14F-4D97-AF65-F5344CB8AC3E}">
        <p14:creationId xmlns:p14="http://schemas.microsoft.com/office/powerpoint/2010/main" val="3872894961"/>
      </p:ext>
    </p:extLst>
  </p:cSld>
  <p:clrMapOvr>
    <a:masterClrMapping/>
  </p:clrMapOvr>
</p:sld>
</file>

<file path=ppt/theme/theme1.xml><?xml version="1.0" encoding="utf-8"?>
<a:theme xmlns:a="http://schemas.openxmlformats.org/drawingml/2006/main" name="PrismaticVTI">
  <a:themeElements>
    <a:clrScheme name="Prismatic">
      <a:dk1>
        <a:sysClr val="windowText" lastClr="000000"/>
      </a:dk1>
      <a:lt1>
        <a:sysClr val="window" lastClr="FFFFFF"/>
      </a:lt1>
      <a:dk2>
        <a:srgbClr val="131523"/>
      </a:dk2>
      <a:lt2>
        <a:srgbClr val="E7E6E6"/>
      </a:lt2>
      <a:accent1>
        <a:srgbClr val="42B3BD"/>
      </a:accent1>
      <a:accent2>
        <a:srgbClr val="51B851"/>
      </a:accent2>
      <a:accent3>
        <a:srgbClr val="B5A603"/>
      </a:accent3>
      <a:accent4>
        <a:srgbClr val="F58505"/>
      </a:accent4>
      <a:accent5>
        <a:srgbClr val="FA2481"/>
      </a:accent5>
      <a:accent6>
        <a:srgbClr val="9CA2AB"/>
      </a:accent6>
      <a:hlink>
        <a:srgbClr val="FA2481"/>
      </a:hlink>
      <a:folHlink>
        <a:srgbClr val="57618E"/>
      </a:folHlink>
    </a:clrScheme>
    <a:fontScheme name="Custom 166">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ismaticVTI" id="{DA44D624-A564-4DE8-8446-0CD5C485C979}" vid="{8B2B1550-B69C-4156-BAEC-B2E559F94BD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93076797-8467-41BB-91A7-9AE8328A6850}">
  <ds:schemaRefs>
    <ds:schemaRef ds:uri="http://schemas.microsoft.com/sharepoint/v3/contenttype/forms"/>
  </ds:schemaRefs>
</ds:datastoreItem>
</file>

<file path=customXml/itemProps2.xml><?xml version="1.0" encoding="utf-8"?>
<ds:datastoreItem xmlns:ds="http://schemas.openxmlformats.org/officeDocument/2006/customXml" ds:itemID="{F6272451-D558-4710-AF52-0EC1BD4C42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B19C5C-61AD-4793-BB9D-6401AD34A775}">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Prismatic design</Template>
  <TotalTime>244</TotalTime>
  <Words>690</Words>
  <Application>Microsoft Office PowerPoint</Application>
  <PresentationFormat>Widescreen</PresentationFormat>
  <Paragraphs>98</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Aharoni</vt:lpstr>
      <vt:lpstr>Arial</vt:lpstr>
      <vt:lpstr>Avenir Next LT Pro</vt:lpstr>
      <vt:lpstr>Calibri</vt:lpstr>
      <vt:lpstr>Söhne</vt:lpstr>
      <vt:lpstr>PrismaticVTI</vt:lpstr>
      <vt:lpstr>Cocktail juice</vt:lpstr>
      <vt:lpstr>Team </vt:lpstr>
      <vt:lpstr>Introduction</vt:lpstr>
      <vt:lpstr>Agenda</vt:lpstr>
      <vt:lpstr>Topic one</vt:lpstr>
      <vt:lpstr>Timeline</vt:lpstr>
      <vt:lpstr>Outlier </vt:lpstr>
      <vt:lpstr>Missing value</vt:lpstr>
      <vt:lpstr>Encoding and decoding</vt:lpstr>
      <vt:lpstr>The way to get started is to quit  talking and begin doing.</vt:lpstr>
      <vt:lpstr>PowerPoint Presentation</vt:lpstr>
      <vt:lpstr>PowerPoint Presentation</vt:lpstr>
      <vt:lpstr>PowerPoint Presentation</vt:lpstr>
      <vt:lpstr>Content</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omnyamohammed9948@gmail.com</dc:creator>
  <cp:lastModifiedBy>omnyamohammed9948@gmail.com</cp:lastModifiedBy>
  <cp:revision>6</cp:revision>
  <dcterms:created xsi:type="dcterms:W3CDTF">2024-05-10T12:10:58Z</dcterms:created>
  <dcterms:modified xsi:type="dcterms:W3CDTF">2024-05-10T16:15:57Z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